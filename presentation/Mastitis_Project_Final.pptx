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30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97"/>
    <p:restoredTop sz="72350"/>
  </p:normalViewPr>
  <p:slideViewPr>
    <p:cSldViewPr snapToGrid="0">
      <p:cViewPr>
        <p:scale>
          <a:sx n="65" d="100"/>
          <a:sy n="65" d="100"/>
        </p:scale>
        <p:origin x="14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13522C-FA58-4AB3-9644-5FD1953B536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3C1758F-2CF5-43C1-8350-AF48838EF7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01. Background </a:t>
          </a:r>
        </a:p>
      </dgm:t>
    </dgm:pt>
    <dgm:pt modelId="{17568A5E-13F9-42EF-9EFC-2F908FED5073}" type="parTrans" cxnId="{48F98A72-7300-4207-BABF-8A0A6EB129BD}">
      <dgm:prSet/>
      <dgm:spPr/>
      <dgm:t>
        <a:bodyPr/>
        <a:lstStyle/>
        <a:p>
          <a:endParaRPr lang="en-US"/>
        </a:p>
      </dgm:t>
    </dgm:pt>
    <dgm:pt modelId="{DF9380F9-0144-4FE0-9A7B-C56681E39137}" type="sibTrans" cxnId="{48F98A72-7300-4207-BABF-8A0A6EB129BD}">
      <dgm:prSet/>
      <dgm:spPr/>
      <dgm:t>
        <a:bodyPr/>
        <a:lstStyle/>
        <a:p>
          <a:endParaRPr lang="en-US"/>
        </a:p>
      </dgm:t>
    </dgm:pt>
    <dgm:pt modelId="{634E117C-C313-4597-9064-D734990522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02. Scientific Question </a:t>
          </a:r>
        </a:p>
      </dgm:t>
    </dgm:pt>
    <dgm:pt modelId="{A1B7320A-F47B-42B9-9C51-F5E29522E46F}" type="parTrans" cxnId="{4059EA1D-DF33-443A-B22B-C2D234F768F8}">
      <dgm:prSet/>
      <dgm:spPr/>
      <dgm:t>
        <a:bodyPr/>
        <a:lstStyle/>
        <a:p>
          <a:endParaRPr lang="en-US"/>
        </a:p>
      </dgm:t>
    </dgm:pt>
    <dgm:pt modelId="{FB216745-F36B-4422-A917-0D38A3DB6352}" type="sibTrans" cxnId="{4059EA1D-DF33-443A-B22B-C2D234F768F8}">
      <dgm:prSet/>
      <dgm:spPr/>
      <dgm:t>
        <a:bodyPr/>
        <a:lstStyle/>
        <a:p>
          <a:endParaRPr lang="en-US"/>
        </a:p>
      </dgm:t>
    </dgm:pt>
    <dgm:pt modelId="{56F8E10A-D889-48C8-A3CD-9230F89D19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03. Methods</a:t>
          </a:r>
        </a:p>
      </dgm:t>
    </dgm:pt>
    <dgm:pt modelId="{E6D7AC66-D3F9-4A7D-BC9F-BB7572F99276}" type="parTrans" cxnId="{4EBBDF77-500D-435B-B23D-8046548E2D9C}">
      <dgm:prSet/>
      <dgm:spPr/>
      <dgm:t>
        <a:bodyPr/>
        <a:lstStyle/>
        <a:p>
          <a:endParaRPr lang="en-US"/>
        </a:p>
      </dgm:t>
    </dgm:pt>
    <dgm:pt modelId="{B234C5B7-E067-46FD-9B95-F65B9DC9E1F6}" type="sibTrans" cxnId="{4EBBDF77-500D-435B-B23D-8046548E2D9C}">
      <dgm:prSet/>
      <dgm:spPr/>
      <dgm:t>
        <a:bodyPr/>
        <a:lstStyle/>
        <a:p>
          <a:endParaRPr lang="en-US"/>
        </a:p>
      </dgm:t>
    </dgm:pt>
    <dgm:pt modelId="{1F2D9EA4-D53F-4535-950A-C5F3154512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04. Analysis</a:t>
          </a:r>
        </a:p>
      </dgm:t>
    </dgm:pt>
    <dgm:pt modelId="{89C5B74D-35FB-488D-9FEE-B1C1EC389EFF}" type="parTrans" cxnId="{A9A39ABC-8ADE-4FB4-BDC3-7EB81A8A2B7F}">
      <dgm:prSet/>
      <dgm:spPr/>
      <dgm:t>
        <a:bodyPr/>
        <a:lstStyle/>
        <a:p>
          <a:endParaRPr lang="en-US"/>
        </a:p>
      </dgm:t>
    </dgm:pt>
    <dgm:pt modelId="{8CF9A979-31A8-4E11-99B6-BA957D3013C4}" type="sibTrans" cxnId="{A9A39ABC-8ADE-4FB4-BDC3-7EB81A8A2B7F}">
      <dgm:prSet/>
      <dgm:spPr/>
      <dgm:t>
        <a:bodyPr/>
        <a:lstStyle/>
        <a:p>
          <a:endParaRPr lang="en-US"/>
        </a:p>
      </dgm:t>
    </dgm:pt>
    <dgm:pt modelId="{E48D08F6-CCD8-4CC8-B48C-174F17B333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05. Conclusion</a:t>
          </a:r>
        </a:p>
      </dgm:t>
    </dgm:pt>
    <dgm:pt modelId="{CFF415CC-46BB-4927-AE42-1B60E18E240B}" type="parTrans" cxnId="{7A9ED12B-B273-436A-9E32-6380FDC3A07F}">
      <dgm:prSet/>
      <dgm:spPr/>
      <dgm:t>
        <a:bodyPr/>
        <a:lstStyle/>
        <a:p>
          <a:endParaRPr lang="en-US"/>
        </a:p>
      </dgm:t>
    </dgm:pt>
    <dgm:pt modelId="{A0C5636D-85FD-4064-97C2-953B7B4EB3D8}" type="sibTrans" cxnId="{7A9ED12B-B273-436A-9E32-6380FDC3A07F}">
      <dgm:prSet/>
      <dgm:spPr/>
      <dgm:t>
        <a:bodyPr/>
        <a:lstStyle/>
        <a:p>
          <a:endParaRPr lang="en-US"/>
        </a:p>
      </dgm:t>
    </dgm:pt>
    <dgm:pt modelId="{944838C3-54D4-451C-8C38-7E0405E66753}" type="pres">
      <dgm:prSet presAssocID="{E213522C-FA58-4AB3-9644-5FD1953B5361}" presName="root" presStyleCnt="0">
        <dgm:presLayoutVars>
          <dgm:dir/>
          <dgm:resizeHandles val="exact"/>
        </dgm:presLayoutVars>
      </dgm:prSet>
      <dgm:spPr/>
    </dgm:pt>
    <dgm:pt modelId="{4B7A708F-228B-4CFD-BD09-DFBC8D326E98}" type="pres">
      <dgm:prSet presAssocID="{C3C1758F-2CF5-43C1-8350-AF48838EF79E}" presName="compNode" presStyleCnt="0"/>
      <dgm:spPr/>
    </dgm:pt>
    <dgm:pt modelId="{61625442-2E97-4CD4-A797-8E67A507129A}" type="pres">
      <dgm:prSet presAssocID="{C3C1758F-2CF5-43C1-8350-AF48838EF79E}" presName="bgRect" presStyleLbl="bgShp" presStyleIdx="0" presStyleCnt="5"/>
      <dgm:spPr/>
    </dgm:pt>
    <dgm:pt modelId="{4A8CC635-5AD3-4859-A460-5FA70C82D401}" type="pres">
      <dgm:prSet presAssocID="{C3C1758F-2CF5-43C1-8350-AF48838EF79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02F057F5-A785-4E8D-A3D8-E41582A3642A}" type="pres">
      <dgm:prSet presAssocID="{C3C1758F-2CF5-43C1-8350-AF48838EF79E}" presName="spaceRect" presStyleCnt="0"/>
      <dgm:spPr/>
    </dgm:pt>
    <dgm:pt modelId="{A841B544-168C-4374-A1B0-175A69BA4DAE}" type="pres">
      <dgm:prSet presAssocID="{C3C1758F-2CF5-43C1-8350-AF48838EF79E}" presName="parTx" presStyleLbl="revTx" presStyleIdx="0" presStyleCnt="5">
        <dgm:presLayoutVars>
          <dgm:chMax val="0"/>
          <dgm:chPref val="0"/>
        </dgm:presLayoutVars>
      </dgm:prSet>
      <dgm:spPr/>
    </dgm:pt>
    <dgm:pt modelId="{81254E91-3F06-40EE-A349-815B7D56FA81}" type="pres">
      <dgm:prSet presAssocID="{DF9380F9-0144-4FE0-9A7B-C56681E39137}" presName="sibTrans" presStyleCnt="0"/>
      <dgm:spPr/>
    </dgm:pt>
    <dgm:pt modelId="{18AEBA48-25F1-456D-899C-F73970E61DE3}" type="pres">
      <dgm:prSet presAssocID="{634E117C-C313-4597-9064-D73499052280}" presName="compNode" presStyleCnt="0"/>
      <dgm:spPr/>
    </dgm:pt>
    <dgm:pt modelId="{EC3458A6-90E6-41F7-9EB6-10703788FEE3}" type="pres">
      <dgm:prSet presAssocID="{634E117C-C313-4597-9064-D73499052280}" presName="bgRect" presStyleLbl="bgShp" presStyleIdx="1" presStyleCnt="5"/>
      <dgm:spPr/>
    </dgm:pt>
    <dgm:pt modelId="{AF218F3C-84EC-4D01-888A-8E3FC2F648DE}" type="pres">
      <dgm:prSet presAssocID="{634E117C-C313-4597-9064-D73499052280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F673765C-F231-4F3F-AEEB-2C0443168BBE}" type="pres">
      <dgm:prSet presAssocID="{634E117C-C313-4597-9064-D73499052280}" presName="spaceRect" presStyleCnt="0"/>
      <dgm:spPr/>
    </dgm:pt>
    <dgm:pt modelId="{2E73C13A-C672-4F82-A669-A7FF40E41D96}" type="pres">
      <dgm:prSet presAssocID="{634E117C-C313-4597-9064-D73499052280}" presName="parTx" presStyleLbl="revTx" presStyleIdx="1" presStyleCnt="5">
        <dgm:presLayoutVars>
          <dgm:chMax val="0"/>
          <dgm:chPref val="0"/>
        </dgm:presLayoutVars>
      </dgm:prSet>
      <dgm:spPr/>
    </dgm:pt>
    <dgm:pt modelId="{A82519CB-BED7-4A1D-8385-5E344E850395}" type="pres">
      <dgm:prSet presAssocID="{FB216745-F36B-4422-A917-0D38A3DB6352}" presName="sibTrans" presStyleCnt="0"/>
      <dgm:spPr/>
    </dgm:pt>
    <dgm:pt modelId="{7FC8C8B3-CB3D-4FF2-904D-4A3AAB110984}" type="pres">
      <dgm:prSet presAssocID="{56F8E10A-D889-48C8-A3CD-9230F89D199E}" presName="compNode" presStyleCnt="0"/>
      <dgm:spPr/>
    </dgm:pt>
    <dgm:pt modelId="{92C25EED-BC59-40A5-A889-AFB1663E4A55}" type="pres">
      <dgm:prSet presAssocID="{56F8E10A-D889-48C8-A3CD-9230F89D199E}" presName="bgRect" presStyleLbl="bgShp" presStyleIdx="2" presStyleCnt="5"/>
      <dgm:spPr/>
    </dgm:pt>
    <dgm:pt modelId="{FCC70123-08D4-41AC-9C53-D17FFADF0D33}" type="pres">
      <dgm:prSet presAssocID="{56F8E10A-D889-48C8-A3CD-9230F89D199E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C2FEFFF-C6CA-4507-8B58-712F9FE2974B}" type="pres">
      <dgm:prSet presAssocID="{56F8E10A-D889-48C8-A3CD-9230F89D199E}" presName="spaceRect" presStyleCnt="0"/>
      <dgm:spPr/>
    </dgm:pt>
    <dgm:pt modelId="{9E69BB4D-4F4D-468D-B736-0DA8ADCD56BE}" type="pres">
      <dgm:prSet presAssocID="{56F8E10A-D889-48C8-A3CD-9230F89D199E}" presName="parTx" presStyleLbl="revTx" presStyleIdx="2" presStyleCnt="5">
        <dgm:presLayoutVars>
          <dgm:chMax val="0"/>
          <dgm:chPref val="0"/>
        </dgm:presLayoutVars>
      </dgm:prSet>
      <dgm:spPr/>
    </dgm:pt>
    <dgm:pt modelId="{B216528E-6A28-4329-B793-8E5A8632E4CE}" type="pres">
      <dgm:prSet presAssocID="{B234C5B7-E067-46FD-9B95-F65B9DC9E1F6}" presName="sibTrans" presStyleCnt="0"/>
      <dgm:spPr/>
    </dgm:pt>
    <dgm:pt modelId="{591A50D8-C77E-4B5B-A278-E0269E157F1A}" type="pres">
      <dgm:prSet presAssocID="{1F2D9EA4-D53F-4535-950A-C5F31545124A}" presName="compNode" presStyleCnt="0"/>
      <dgm:spPr/>
    </dgm:pt>
    <dgm:pt modelId="{6C50F1D4-E695-40E6-8E46-27CFFD7D66B8}" type="pres">
      <dgm:prSet presAssocID="{1F2D9EA4-D53F-4535-950A-C5F31545124A}" presName="bgRect" presStyleLbl="bgShp" presStyleIdx="3" presStyleCnt="5"/>
      <dgm:spPr/>
    </dgm:pt>
    <dgm:pt modelId="{63659CF6-6B8F-425B-89AD-568BCE824222}" type="pres">
      <dgm:prSet presAssocID="{1F2D9EA4-D53F-4535-950A-C5F31545124A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AAB11294-8446-4746-BD73-108492DE160F}" type="pres">
      <dgm:prSet presAssocID="{1F2D9EA4-D53F-4535-950A-C5F31545124A}" presName="spaceRect" presStyleCnt="0"/>
      <dgm:spPr/>
    </dgm:pt>
    <dgm:pt modelId="{4F6FB7B4-5A6F-402D-9846-A453933F6A53}" type="pres">
      <dgm:prSet presAssocID="{1F2D9EA4-D53F-4535-950A-C5F31545124A}" presName="parTx" presStyleLbl="revTx" presStyleIdx="3" presStyleCnt="5">
        <dgm:presLayoutVars>
          <dgm:chMax val="0"/>
          <dgm:chPref val="0"/>
        </dgm:presLayoutVars>
      </dgm:prSet>
      <dgm:spPr/>
    </dgm:pt>
    <dgm:pt modelId="{EF3F4F4C-965E-4BB1-BD9E-151145B15FDC}" type="pres">
      <dgm:prSet presAssocID="{8CF9A979-31A8-4E11-99B6-BA957D3013C4}" presName="sibTrans" presStyleCnt="0"/>
      <dgm:spPr/>
    </dgm:pt>
    <dgm:pt modelId="{CDC2A13F-7E9B-4466-A540-F2EFE81E9A5A}" type="pres">
      <dgm:prSet presAssocID="{E48D08F6-CCD8-4CC8-B48C-174F17B333D9}" presName="compNode" presStyleCnt="0"/>
      <dgm:spPr/>
    </dgm:pt>
    <dgm:pt modelId="{56BD3F43-86E1-4E07-B91B-EAE33535D998}" type="pres">
      <dgm:prSet presAssocID="{E48D08F6-CCD8-4CC8-B48C-174F17B333D9}" presName="bgRect" presStyleLbl="bgShp" presStyleIdx="4" presStyleCnt="5"/>
      <dgm:spPr/>
    </dgm:pt>
    <dgm:pt modelId="{AE6977AA-29C3-4A7D-9C3E-D74F5C55EB38}" type="pres">
      <dgm:prSet presAssocID="{E48D08F6-CCD8-4CC8-B48C-174F17B333D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87100ABD-95B6-4BB9-8D94-2E73D2B92644}" type="pres">
      <dgm:prSet presAssocID="{E48D08F6-CCD8-4CC8-B48C-174F17B333D9}" presName="spaceRect" presStyleCnt="0"/>
      <dgm:spPr/>
    </dgm:pt>
    <dgm:pt modelId="{6ADDDE97-E50D-4459-86A7-ADDF34A8C5D4}" type="pres">
      <dgm:prSet presAssocID="{E48D08F6-CCD8-4CC8-B48C-174F17B333D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059EA1D-DF33-443A-B22B-C2D234F768F8}" srcId="{E213522C-FA58-4AB3-9644-5FD1953B5361}" destId="{634E117C-C313-4597-9064-D73499052280}" srcOrd="1" destOrd="0" parTransId="{A1B7320A-F47B-42B9-9C51-F5E29522E46F}" sibTransId="{FB216745-F36B-4422-A917-0D38A3DB6352}"/>
    <dgm:cxn modelId="{7A9ED12B-B273-436A-9E32-6380FDC3A07F}" srcId="{E213522C-FA58-4AB3-9644-5FD1953B5361}" destId="{E48D08F6-CCD8-4CC8-B48C-174F17B333D9}" srcOrd="4" destOrd="0" parTransId="{CFF415CC-46BB-4927-AE42-1B60E18E240B}" sibTransId="{A0C5636D-85FD-4064-97C2-953B7B4EB3D8}"/>
    <dgm:cxn modelId="{02CA095A-976E-5C41-8F2E-22E7F046C63C}" type="presOf" srcId="{C3C1758F-2CF5-43C1-8350-AF48838EF79E}" destId="{A841B544-168C-4374-A1B0-175A69BA4DAE}" srcOrd="0" destOrd="0" presId="urn:microsoft.com/office/officeart/2018/2/layout/IconVerticalSolidList"/>
    <dgm:cxn modelId="{48F98A72-7300-4207-BABF-8A0A6EB129BD}" srcId="{E213522C-FA58-4AB3-9644-5FD1953B5361}" destId="{C3C1758F-2CF5-43C1-8350-AF48838EF79E}" srcOrd="0" destOrd="0" parTransId="{17568A5E-13F9-42EF-9EFC-2F908FED5073}" sibTransId="{DF9380F9-0144-4FE0-9A7B-C56681E39137}"/>
    <dgm:cxn modelId="{4EBBDF77-500D-435B-B23D-8046548E2D9C}" srcId="{E213522C-FA58-4AB3-9644-5FD1953B5361}" destId="{56F8E10A-D889-48C8-A3CD-9230F89D199E}" srcOrd="2" destOrd="0" parTransId="{E6D7AC66-D3F9-4A7D-BC9F-BB7572F99276}" sibTransId="{B234C5B7-E067-46FD-9B95-F65B9DC9E1F6}"/>
    <dgm:cxn modelId="{E8E7DE99-B082-8D44-B15F-6D2AA32E3446}" type="presOf" srcId="{E48D08F6-CCD8-4CC8-B48C-174F17B333D9}" destId="{6ADDDE97-E50D-4459-86A7-ADDF34A8C5D4}" srcOrd="0" destOrd="0" presId="urn:microsoft.com/office/officeart/2018/2/layout/IconVerticalSolidList"/>
    <dgm:cxn modelId="{0ABDEBA5-2161-AC4F-806C-96229CCAA562}" type="presOf" srcId="{634E117C-C313-4597-9064-D73499052280}" destId="{2E73C13A-C672-4F82-A669-A7FF40E41D96}" srcOrd="0" destOrd="0" presId="urn:microsoft.com/office/officeart/2018/2/layout/IconVerticalSolidList"/>
    <dgm:cxn modelId="{A4F594B5-EE58-7640-A08C-762CD69184A3}" type="presOf" srcId="{56F8E10A-D889-48C8-A3CD-9230F89D199E}" destId="{9E69BB4D-4F4D-468D-B736-0DA8ADCD56BE}" srcOrd="0" destOrd="0" presId="urn:microsoft.com/office/officeart/2018/2/layout/IconVerticalSolidList"/>
    <dgm:cxn modelId="{A9A39ABC-8ADE-4FB4-BDC3-7EB81A8A2B7F}" srcId="{E213522C-FA58-4AB3-9644-5FD1953B5361}" destId="{1F2D9EA4-D53F-4535-950A-C5F31545124A}" srcOrd="3" destOrd="0" parTransId="{89C5B74D-35FB-488D-9FEE-B1C1EC389EFF}" sibTransId="{8CF9A979-31A8-4E11-99B6-BA957D3013C4}"/>
    <dgm:cxn modelId="{5C54B7C2-90EE-A444-9FF3-4F3FFA892251}" type="presOf" srcId="{E213522C-FA58-4AB3-9644-5FD1953B5361}" destId="{944838C3-54D4-451C-8C38-7E0405E66753}" srcOrd="0" destOrd="0" presId="urn:microsoft.com/office/officeart/2018/2/layout/IconVerticalSolidList"/>
    <dgm:cxn modelId="{CE6836E7-A043-944A-81D8-8BD62B87892F}" type="presOf" srcId="{1F2D9EA4-D53F-4535-950A-C5F31545124A}" destId="{4F6FB7B4-5A6F-402D-9846-A453933F6A53}" srcOrd="0" destOrd="0" presId="urn:microsoft.com/office/officeart/2018/2/layout/IconVerticalSolidList"/>
    <dgm:cxn modelId="{CF0C0C0C-5BC0-AE41-9C4B-C327CDE8E224}" type="presParOf" srcId="{944838C3-54D4-451C-8C38-7E0405E66753}" destId="{4B7A708F-228B-4CFD-BD09-DFBC8D326E98}" srcOrd="0" destOrd="0" presId="urn:microsoft.com/office/officeart/2018/2/layout/IconVerticalSolidList"/>
    <dgm:cxn modelId="{C87863F5-4B22-FF44-BE41-70170D23AA70}" type="presParOf" srcId="{4B7A708F-228B-4CFD-BD09-DFBC8D326E98}" destId="{61625442-2E97-4CD4-A797-8E67A507129A}" srcOrd="0" destOrd="0" presId="urn:microsoft.com/office/officeart/2018/2/layout/IconVerticalSolidList"/>
    <dgm:cxn modelId="{0880E5AC-93C9-1348-9CDE-B8F58CE8310B}" type="presParOf" srcId="{4B7A708F-228B-4CFD-BD09-DFBC8D326E98}" destId="{4A8CC635-5AD3-4859-A460-5FA70C82D401}" srcOrd="1" destOrd="0" presId="urn:microsoft.com/office/officeart/2018/2/layout/IconVerticalSolidList"/>
    <dgm:cxn modelId="{D4B7636B-2D00-8240-B21B-A0CE48B3F2C9}" type="presParOf" srcId="{4B7A708F-228B-4CFD-BD09-DFBC8D326E98}" destId="{02F057F5-A785-4E8D-A3D8-E41582A3642A}" srcOrd="2" destOrd="0" presId="urn:microsoft.com/office/officeart/2018/2/layout/IconVerticalSolidList"/>
    <dgm:cxn modelId="{25ECE250-7F72-3B4E-8B11-36BDA9A99C4D}" type="presParOf" srcId="{4B7A708F-228B-4CFD-BD09-DFBC8D326E98}" destId="{A841B544-168C-4374-A1B0-175A69BA4DAE}" srcOrd="3" destOrd="0" presId="urn:microsoft.com/office/officeart/2018/2/layout/IconVerticalSolidList"/>
    <dgm:cxn modelId="{2DBC9FEB-83B2-3040-99FD-54D0D5A2E12F}" type="presParOf" srcId="{944838C3-54D4-451C-8C38-7E0405E66753}" destId="{81254E91-3F06-40EE-A349-815B7D56FA81}" srcOrd="1" destOrd="0" presId="urn:microsoft.com/office/officeart/2018/2/layout/IconVerticalSolidList"/>
    <dgm:cxn modelId="{4FC4C6EF-6D1A-AA4E-BB3A-7A3B323C4756}" type="presParOf" srcId="{944838C3-54D4-451C-8C38-7E0405E66753}" destId="{18AEBA48-25F1-456D-899C-F73970E61DE3}" srcOrd="2" destOrd="0" presId="urn:microsoft.com/office/officeart/2018/2/layout/IconVerticalSolidList"/>
    <dgm:cxn modelId="{FC267D5F-0A55-A544-932B-D11851793D83}" type="presParOf" srcId="{18AEBA48-25F1-456D-899C-F73970E61DE3}" destId="{EC3458A6-90E6-41F7-9EB6-10703788FEE3}" srcOrd="0" destOrd="0" presId="urn:microsoft.com/office/officeart/2018/2/layout/IconVerticalSolidList"/>
    <dgm:cxn modelId="{E9FEC0AF-ECB4-B140-92E4-8A8AB5A16379}" type="presParOf" srcId="{18AEBA48-25F1-456D-899C-F73970E61DE3}" destId="{AF218F3C-84EC-4D01-888A-8E3FC2F648DE}" srcOrd="1" destOrd="0" presId="urn:microsoft.com/office/officeart/2018/2/layout/IconVerticalSolidList"/>
    <dgm:cxn modelId="{DAE41AEB-FCEA-8541-9972-182BCD72EB38}" type="presParOf" srcId="{18AEBA48-25F1-456D-899C-F73970E61DE3}" destId="{F673765C-F231-4F3F-AEEB-2C0443168BBE}" srcOrd="2" destOrd="0" presId="urn:microsoft.com/office/officeart/2018/2/layout/IconVerticalSolidList"/>
    <dgm:cxn modelId="{4B4BCB36-2574-D34E-9621-1845862D7697}" type="presParOf" srcId="{18AEBA48-25F1-456D-899C-F73970E61DE3}" destId="{2E73C13A-C672-4F82-A669-A7FF40E41D96}" srcOrd="3" destOrd="0" presId="urn:microsoft.com/office/officeart/2018/2/layout/IconVerticalSolidList"/>
    <dgm:cxn modelId="{2D198FF1-866F-BB48-AD3A-185C670E18C0}" type="presParOf" srcId="{944838C3-54D4-451C-8C38-7E0405E66753}" destId="{A82519CB-BED7-4A1D-8385-5E344E850395}" srcOrd="3" destOrd="0" presId="urn:microsoft.com/office/officeart/2018/2/layout/IconVerticalSolidList"/>
    <dgm:cxn modelId="{58917C0D-DD1C-9549-8238-6E6DB0E67BBE}" type="presParOf" srcId="{944838C3-54D4-451C-8C38-7E0405E66753}" destId="{7FC8C8B3-CB3D-4FF2-904D-4A3AAB110984}" srcOrd="4" destOrd="0" presId="urn:microsoft.com/office/officeart/2018/2/layout/IconVerticalSolidList"/>
    <dgm:cxn modelId="{1D2A7069-B3D0-8546-B99D-37EBC5F75C5A}" type="presParOf" srcId="{7FC8C8B3-CB3D-4FF2-904D-4A3AAB110984}" destId="{92C25EED-BC59-40A5-A889-AFB1663E4A55}" srcOrd="0" destOrd="0" presId="urn:microsoft.com/office/officeart/2018/2/layout/IconVerticalSolidList"/>
    <dgm:cxn modelId="{5D5CDF4C-FC7A-7A40-96B0-5EFBA434ABA1}" type="presParOf" srcId="{7FC8C8B3-CB3D-4FF2-904D-4A3AAB110984}" destId="{FCC70123-08D4-41AC-9C53-D17FFADF0D33}" srcOrd="1" destOrd="0" presId="urn:microsoft.com/office/officeart/2018/2/layout/IconVerticalSolidList"/>
    <dgm:cxn modelId="{3DDA5F20-16FC-3D4F-B02F-EDE10CFEB624}" type="presParOf" srcId="{7FC8C8B3-CB3D-4FF2-904D-4A3AAB110984}" destId="{BC2FEFFF-C6CA-4507-8B58-712F9FE2974B}" srcOrd="2" destOrd="0" presId="urn:microsoft.com/office/officeart/2018/2/layout/IconVerticalSolidList"/>
    <dgm:cxn modelId="{5F79A429-77E6-0843-86F6-D8EBC2FAFFB1}" type="presParOf" srcId="{7FC8C8B3-CB3D-4FF2-904D-4A3AAB110984}" destId="{9E69BB4D-4F4D-468D-B736-0DA8ADCD56BE}" srcOrd="3" destOrd="0" presId="urn:microsoft.com/office/officeart/2018/2/layout/IconVerticalSolidList"/>
    <dgm:cxn modelId="{05272A6F-8E44-D348-BCDA-BC98E3C1EE28}" type="presParOf" srcId="{944838C3-54D4-451C-8C38-7E0405E66753}" destId="{B216528E-6A28-4329-B793-8E5A8632E4CE}" srcOrd="5" destOrd="0" presId="urn:microsoft.com/office/officeart/2018/2/layout/IconVerticalSolidList"/>
    <dgm:cxn modelId="{165234B5-CC3C-0A47-9072-F936A195619A}" type="presParOf" srcId="{944838C3-54D4-451C-8C38-7E0405E66753}" destId="{591A50D8-C77E-4B5B-A278-E0269E157F1A}" srcOrd="6" destOrd="0" presId="urn:microsoft.com/office/officeart/2018/2/layout/IconVerticalSolidList"/>
    <dgm:cxn modelId="{890D61E5-A16D-CE49-BEDD-C86C4FE72ACA}" type="presParOf" srcId="{591A50D8-C77E-4B5B-A278-E0269E157F1A}" destId="{6C50F1D4-E695-40E6-8E46-27CFFD7D66B8}" srcOrd="0" destOrd="0" presId="urn:microsoft.com/office/officeart/2018/2/layout/IconVerticalSolidList"/>
    <dgm:cxn modelId="{42CFE319-FDF0-2E48-9561-58BE726D8065}" type="presParOf" srcId="{591A50D8-C77E-4B5B-A278-E0269E157F1A}" destId="{63659CF6-6B8F-425B-89AD-568BCE824222}" srcOrd="1" destOrd="0" presId="urn:microsoft.com/office/officeart/2018/2/layout/IconVerticalSolidList"/>
    <dgm:cxn modelId="{8BC1EEDB-0971-4D4B-BEFC-2E28FE8D28DF}" type="presParOf" srcId="{591A50D8-C77E-4B5B-A278-E0269E157F1A}" destId="{AAB11294-8446-4746-BD73-108492DE160F}" srcOrd="2" destOrd="0" presId="urn:microsoft.com/office/officeart/2018/2/layout/IconVerticalSolidList"/>
    <dgm:cxn modelId="{9FAC1537-4551-B046-8B80-2E3E2E4B99F9}" type="presParOf" srcId="{591A50D8-C77E-4B5B-A278-E0269E157F1A}" destId="{4F6FB7B4-5A6F-402D-9846-A453933F6A53}" srcOrd="3" destOrd="0" presId="urn:microsoft.com/office/officeart/2018/2/layout/IconVerticalSolidList"/>
    <dgm:cxn modelId="{9E81BA9E-12CC-8344-81C7-C627FBA24977}" type="presParOf" srcId="{944838C3-54D4-451C-8C38-7E0405E66753}" destId="{EF3F4F4C-965E-4BB1-BD9E-151145B15FDC}" srcOrd="7" destOrd="0" presId="urn:microsoft.com/office/officeart/2018/2/layout/IconVerticalSolidList"/>
    <dgm:cxn modelId="{0BEFDE47-70BA-1F4E-BBFE-A957948B5F81}" type="presParOf" srcId="{944838C3-54D4-451C-8C38-7E0405E66753}" destId="{CDC2A13F-7E9B-4466-A540-F2EFE81E9A5A}" srcOrd="8" destOrd="0" presId="urn:microsoft.com/office/officeart/2018/2/layout/IconVerticalSolidList"/>
    <dgm:cxn modelId="{217A01E1-B4F9-0941-8503-1A1E808993E7}" type="presParOf" srcId="{CDC2A13F-7E9B-4466-A540-F2EFE81E9A5A}" destId="{56BD3F43-86E1-4E07-B91B-EAE33535D998}" srcOrd="0" destOrd="0" presId="urn:microsoft.com/office/officeart/2018/2/layout/IconVerticalSolidList"/>
    <dgm:cxn modelId="{1B929346-CBFC-4740-AB10-298950723EA8}" type="presParOf" srcId="{CDC2A13F-7E9B-4466-A540-F2EFE81E9A5A}" destId="{AE6977AA-29C3-4A7D-9C3E-D74F5C55EB38}" srcOrd="1" destOrd="0" presId="urn:microsoft.com/office/officeart/2018/2/layout/IconVerticalSolidList"/>
    <dgm:cxn modelId="{9AC54A1C-A0B6-084A-8972-E8E3E7AE2F27}" type="presParOf" srcId="{CDC2A13F-7E9B-4466-A540-F2EFE81E9A5A}" destId="{87100ABD-95B6-4BB9-8D94-2E73D2B92644}" srcOrd="2" destOrd="0" presId="urn:microsoft.com/office/officeart/2018/2/layout/IconVerticalSolidList"/>
    <dgm:cxn modelId="{69774E07-FB5F-A348-8020-06F095F868E4}" type="presParOf" srcId="{CDC2A13F-7E9B-4466-A540-F2EFE81E9A5A}" destId="{6ADDDE97-E50D-4459-86A7-ADDF34A8C5D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92C254-84C4-5343-8AC1-7DD08C4838AE}" type="doc">
      <dgm:prSet loTypeId="urn:microsoft.com/office/officeart/2005/8/layout/hProcess10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964196-438B-6B43-8EF2-89ADD19B84EA}">
      <dgm:prSet phldrT="[Text]"/>
      <dgm:spPr/>
      <dgm:t>
        <a:bodyPr/>
        <a:lstStyle/>
        <a:p>
          <a:pPr algn="ctr"/>
          <a:r>
            <a:rPr lang="en-US" b="1" dirty="0"/>
            <a:t>Subclinical</a:t>
          </a:r>
        </a:p>
      </dgm:t>
    </dgm:pt>
    <dgm:pt modelId="{AA44BAAB-8B2A-7140-8B1C-C424115E8ACC}" type="parTrans" cxnId="{6D3F0CDD-EBBD-E244-BD5E-F93671AADBE5}">
      <dgm:prSet/>
      <dgm:spPr/>
      <dgm:t>
        <a:bodyPr/>
        <a:lstStyle/>
        <a:p>
          <a:endParaRPr lang="en-US"/>
        </a:p>
      </dgm:t>
    </dgm:pt>
    <dgm:pt modelId="{DF557561-BAFD-AC42-B102-21EC3F101A64}" type="sibTrans" cxnId="{6D3F0CDD-EBBD-E244-BD5E-F93671AADBE5}">
      <dgm:prSet/>
      <dgm:spPr/>
      <dgm:t>
        <a:bodyPr/>
        <a:lstStyle/>
        <a:p>
          <a:endParaRPr lang="en-US"/>
        </a:p>
      </dgm:t>
    </dgm:pt>
    <dgm:pt modelId="{686F6409-1FB7-4046-A3B8-6FB7F70A4D17}">
      <dgm:prSet phldrT="[Text]"/>
      <dgm:spPr/>
      <dgm:t>
        <a:bodyPr/>
        <a:lstStyle/>
        <a:p>
          <a:pPr algn="l"/>
          <a:r>
            <a:rPr lang="en-US" dirty="0"/>
            <a:t>No visible signs of infection</a:t>
          </a:r>
        </a:p>
      </dgm:t>
    </dgm:pt>
    <dgm:pt modelId="{466432BE-8077-6349-AC30-45291BBD7CDC}" type="parTrans" cxnId="{9763BD2A-2366-CF4E-A30C-4EA02B46D999}">
      <dgm:prSet/>
      <dgm:spPr/>
      <dgm:t>
        <a:bodyPr/>
        <a:lstStyle/>
        <a:p>
          <a:endParaRPr lang="en-US"/>
        </a:p>
      </dgm:t>
    </dgm:pt>
    <dgm:pt modelId="{B180B5EE-3A1D-B54A-9D2B-96C726DE3EF2}" type="sibTrans" cxnId="{9763BD2A-2366-CF4E-A30C-4EA02B46D999}">
      <dgm:prSet/>
      <dgm:spPr/>
      <dgm:t>
        <a:bodyPr/>
        <a:lstStyle/>
        <a:p>
          <a:endParaRPr lang="en-US"/>
        </a:p>
      </dgm:t>
    </dgm:pt>
    <dgm:pt modelId="{66A1AAD0-309D-1344-BAAA-8B19C43EF2C4}">
      <dgm:prSet phldrT="[Text]"/>
      <dgm:spPr/>
      <dgm:t>
        <a:bodyPr/>
        <a:lstStyle/>
        <a:p>
          <a:pPr algn="l"/>
          <a:r>
            <a:rPr lang="en-US" dirty="0"/>
            <a:t>Decrease in milk production</a:t>
          </a:r>
        </a:p>
      </dgm:t>
    </dgm:pt>
    <dgm:pt modelId="{D1262B30-44B9-4E4F-B7F6-E6693D5D7FE8}" type="parTrans" cxnId="{1213CC1B-A024-634D-82CD-9A31CC408789}">
      <dgm:prSet/>
      <dgm:spPr/>
      <dgm:t>
        <a:bodyPr/>
        <a:lstStyle/>
        <a:p>
          <a:endParaRPr lang="en-US"/>
        </a:p>
      </dgm:t>
    </dgm:pt>
    <dgm:pt modelId="{0A5DA20F-02EE-2445-9C5B-65ED46DCDC63}" type="sibTrans" cxnId="{1213CC1B-A024-634D-82CD-9A31CC408789}">
      <dgm:prSet/>
      <dgm:spPr/>
      <dgm:t>
        <a:bodyPr/>
        <a:lstStyle/>
        <a:p>
          <a:endParaRPr lang="en-US"/>
        </a:p>
      </dgm:t>
    </dgm:pt>
    <dgm:pt modelId="{31128044-6D2C-8E49-91FD-EE1FD760A027}">
      <dgm:prSet phldrT="[Text]"/>
      <dgm:spPr/>
      <dgm:t>
        <a:bodyPr/>
        <a:lstStyle/>
        <a:p>
          <a:pPr algn="l"/>
          <a:r>
            <a:rPr lang="en-US" dirty="0"/>
            <a:t>Increase in somatic cell count</a:t>
          </a:r>
        </a:p>
      </dgm:t>
    </dgm:pt>
    <dgm:pt modelId="{34CDD9CF-22CB-304C-A058-501F4081927B}" type="parTrans" cxnId="{9B706202-201B-D74E-8A55-3BE5F57E3376}">
      <dgm:prSet/>
      <dgm:spPr/>
      <dgm:t>
        <a:bodyPr/>
        <a:lstStyle/>
        <a:p>
          <a:endParaRPr lang="en-US"/>
        </a:p>
      </dgm:t>
    </dgm:pt>
    <dgm:pt modelId="{EC7698F4-9F96-2B4C-B7A8-28C81C25EEE8}" type="sibTrans" cxnId="{9B706202-201B-D74E-8A55-3BE5F57E3376}">
      <dgm:prSet/>
      <dgm:spPr/>
      <dgm:t>
        <a:bodyPr/>
        <a:lstStyle/>
        <a:p>
          <a:endParaRPr lang="en-US"/>
        </a:p>
      </dgm:t>
    </dgm:pt>
    <dgm:pt modelId="{773E4D94-7661-2348-93BF-292492BE627B}">
      <dgm:prSet phldrT="[Text]"/>
      <dgm:spPr/>
      <dgm:t>
        <a:bodyPr/>
        <a:lstStyle/>
        <a:p>
          <a:pPr algn="ctr"/>
          <a:r>
            <a:rPr lang="en-US" b="1" dirty="0"/>
            <a:t>Clinical</a:t>
          </a:r>
        </a:p>
      </dgm:t>
    </dgm:pt>
    <dgm:pt modelId="{608B0A9D-2D66-664C-BDF7-04230E8FAFB9}" type="sibTrans" cxnId="{664AA440-F264-D64E-BDA0-CD07709EA05C}">
      <dgm:prSet/>
      <dgm:spPr/>
      <dgm:t>
        <a:bodyPr/>
        <a:lstStyle/>
        <a:p>
          <a:endParaRPr lang="en-US"/>
        </a:p>
      </dgm:t>
    </dgm:pt>
    <dgm:pt modelId="{C8413C2D-68D3-7A40-8FBC-544EB8CD1A50}" type="parTrans" cxnId="{664AA440-F264-D64E-BDA0-CD07709EA05C}">
      <dgm:prSet/>
      <dgm:spPr/>
      <dgm:t>
        <a:bodyPr/>
        <a:lstStyle/>
        <a:p>
          <a:endParaRPr lang="en-US"/>
        </a:p>
      </dgm:t>
    </dgm:pt>
    <dgm:pt modelId="{DC2868E2-9182-784C-9057-F7B37BE78664}">
      <dgm:prSet phldrT="[Text]"/>
      <dgm:spPr/>
      <dgm:t>
        <a:bodyPr/>
        <a:lstStyle/>
        <a:p>
          <a:pPr algn="l"/>
          <a:r>
            <a:rPr lang="en-US" dirty="0"/>
            <a:t>Red and swollen udders</a:t>
          </a:r>
        </a:p>
      </dgm:t>
    </dgm:pt>
    <dgm:pt modelId="{59FF864D-B303-6744-9A14-CE23A4404734}" type="sibTrans" cxnId="{DDCBEF22-B05C-1F48-8ECA-234F4BA9A68D}">
      <dgm:prSet/>
      <dgm:spPr/>
      <dgm:t>
        <a:bodyPr/>
        <a:lstStyle/>
        <a:p>
          <a:endParaRPr lang="en-US"/>
        </a:p>
      </dgm:t>
    </dgm:pt>
    <dgm:pt modelId="{A49BEABD-6935-6D46-B640-EF25A7259231}" type="parTrans" cxnId="{DDCBEF22-B05C-1F48-8ECA-234F4BA9A68D}">
      <dgm:prSet/>
      <dgm:spPr/>
      <dgm:t>
        <a:bodyPr/>
        <a:lstStyle/>
        <a:p>
          <a:endParaRPr lang="en-US"/>
        </a:p>
      </dgm:t>
    </dgm:pt>
    <dgm:pt modelId="{67738D7A-2DED-5742-947F-E35BB6D2879F}">
      <dgm:prSet phldrT="[Text]"/>
      <dgm:spPr/>
      <dgm:t>
        <a:bodyPr/>
        <a:lstStyle/>
        <a:p>
          <a:pPr algn="l"/>
          <a:r>
            <a:rPr lang="en-US" dirty="0"/>
            <a:t>Fever </a:t>
          </a:r>
        </a:p>
      </dgm:t>
    </dgm:pt>
    <dgm:pt modelId="{7363F526-B5ED-0F42-8461-32DD1653F9DB}" type="sibTrans" cxnId="{9359E91F-DC42-9940-9F55-5F4B7AA5B394}">
      <dgm:prSet/>
      <dgm:spPr/>
      <dgm:t>
        <a:bodyPr/>
        <a:lstStyle/>
        <a:p>
          <a:endParaRPr lang="en-US"/>
        </a:p>
      </dgm:t>
    </dgm:pt>
    <dgm:pt modelId="{4669A339-244A-4040-91EA-0D546E1B3236}" type="parTrans" cxnId="{9359E91F-DC42-9940-9F55-5F4B7AA5B394}">
      <dgm:prSet/>
      <dgm:spPr/>
      <dgm:t>
        <a:bodyPr/>
        <a:lstStyle/>
        <a:p>
          <a:endParaRPr lang="en-US"/>
        </a:p>
      </dgm:t>
    </dgm:pt>
    <dgm:pt modelId="{D0BFDAFB-BA31-3A48-B2CE-1D9CC8B5C9E3}">
      <dgm:prSet phldrT="[Text]"/>
      <dgm:spPr/>
      <dgm:t>
        <a:bodyPr/>
        <a:lstStyle/>
        <a:p>
          <a:pPr algn="l"/>
          <a:r>
            <a:rPr lang="en-US" dirty="0"/>
            <a:t>Milk appears to have flakes/clots</a:t>
          </a:r>
        </a:p>
      </dgm:t>
    </dgm:pt>
    <dgm:pt modelId="{C3615633-4407-2C47-BC22-3C8371E88168}" type="sibTrans" cxnId="{D8DF3DCF-3674-8845-883B-5B0C98B8B74F}">
      <dgm:prSet/>
      <dgm:spPr/>
      <dgm:t>
        <a:bodyPr/>
        <a:lstStyle/>
        <a:p>
          <a:endParaRPr lang="en-US"/>
        </a:p>
      </dgm:t>
    </dgm:pt>
    <dgm:pt modelId="{0B74A5C7-EC20-1A42-B5B4-5E44A9A6C532}" type="parTrans" cxnId="{D8DF3DCF-3674-8845-883B-5B0C98B8B74F}">
      <dgm:prSet/>
      <dgm:spPr/>
      <dgm:t>
        <a:bodyPr/>
        <a:lstStyle/>
        <a:p>
          <a:endParaRPr lang="en-US"/>
        </a:p>
      </dgm:t>
    </dgm:pt>
    <dgm:pt modelId="{8C51CD5C-654D-CC48-8C28-FFE8F31E13C2}" type="pres">
      <dgm:prSet presAssocID="{0F92C254-84C4-5343-8AC1-7DD08C4838AE}" presName="Name0" presStyleCnt="0">
        <dgm:presLayoutVars>
          <dgm:dir/>
          <dgm:resizeHandles val="exact"/>
        </dgm:presLayoutVars>
      </dgm:prSet>
      <dgm:spPr/>
    </dgm:pt>
    <dgm:pt modelId="{4470CCA1-F9D0-ED4B-AF96-3FB9998FEA4D}" type="pres">
      <dgm:prSet presAssocID="{773E4D94-7661-2348-93BF-292492BE627B}" presName="composite" presStyleCnt="0"/>
      <dgm:spPr/>
    </dgm:pt>
    <dgm:pt modelId="{989C67AF-570F-4243-8E14-72CEF65B3200}" type="pres">
      <dgm:prSet presAssocID="{773E4D94-7661-2348-93BF-292492BE627B}" presName="imagSh" presStyleLbl="bgImgPlace1" presStyleIdx="0" presStyleCnt="2" custLinFactNeighborX="-217" custLinFactNeighborY="-13397"/>
      <dgm:spPr>
        <a:blipFill>
          <a:blip xmlns:r="http://schemas.openxmlformats.org/officeDocument/2006/relationships" r:embed="rId1"/>
          <a:srcRect/>
          <a:stretch>
            <a:fillRect t="-7000" b="-7000"/>
          </a:stretch>
        </a:blipFill>
      </dgm:spPr>
    </dgm:pt>
    <dgm:pt modelId="{FA980D77-0A28-1B47-82D3-0A108F320EF9}" type="pres">
      <dgm:prSet presAssocID="{773E4D94-7661-2348-93BF-292492BE627B}" presName="txNode" presStyleLbl="node1" presStyleIdx="0" presStyleCnt="2">
        <dgm:presLayoutVars>
          <dgm:bulletEnabled val="1"/>
        </dgm:presLayoutVars>
      </dgm:prSet>
      <dgm:spPr/>
    </dgm:pt>
    <dgm:pt modelId="{FD38D352-47D1-D94A-8002-E2F7DF851C08}" type="pres">
      <dgm:prSet presAssocID="{608B0A9D-2D66-664C-BDF7-04230E8FAFB9}" presName="sibTrans" presStyleLbl="sibTrans2D1" presStyleIdx="0" presStyleCnt="1"/>
      <dgm:spPr/>
    </dgm:pt>
    <dgm:pt modelId="{328CCB53-8AEA-664F-BC9C-620900CCA5DE}" type="pres">
      <dgm:prSet presAssocID="{608B0A9D-2D66-664C-BDF7-04230E8FAFB9}" presName="connTx" presStyleLbl="sibTrans2D1" presStyleIdx="0" presStyleCnt="1"/>
      <dgm:spPr/>
    </dgm:pt>
    <dgm:pt modelId="{68F5F50E-18F8-E34A-80CA-0D8B1ED31B88}" type="pres">
      <dgm:prSet presAssocID="{1E964196-438B-6B43-8EF2-89ADD19B84EA}" presName="composite" presStyleCnt="0"/>
      <dgm:spPr/>
    </dgm:pt>
    <dgm:pt modelId="{E62BE1B7-782F-8542-9AF5-21DE3A6D2995}" type="pres">
      <dgm:prSet presAssocID="{1E964196-438B-6B43-8EF2-89ADD19B84EA}" presName="imagSh" presStyleLbl="bgImgPlace1" presStyleIdx="1" presStyleCnt="2" custLinFactNeighborX="654" custLinFactNeighborY="-20000"/>
      <dgm:spPr>
        <a:blipFill>
          <a:blip xmlns:r="http://schemas.openxmlformats.org/officeDocument/2006/relationships" r:embed="rId2"/>
          <a:srcRect/>
          <a:stretch>
            <a:fillRect t="-6000" b="-6000"/>
          </a:stretch>
        </a:blipFill>
      </dgm:spPr>
    </dgm:pt>
    <dgm:pt modelId="{BB2D56F8-32F8-F045-9056-9065268EA665}" type="pres">
      <dgm:prSet presAssocID="{1E964196-438B-6B43-8EF2-89ADD19B84EA}" presName="txNode" presStyleLbl="node1" presStyleIdx="1" presStyleCnt="2">
        <dgm:presLayoutVars>
          <dgm:bulletEnabled val="1"/>
        </dgm:presLayoutVars>
      </dgm:prSet>
      <dgm:spPr/>
    </dgm:pt>
  </dgm:ptLst>
  <dgm:cxnLst>
    <dgm:cxn modelId="{9B706202-201B-D74E-8A55-3BE5F57E3376}" srcId="{1E964196-438B-6B43-8EF2-89ADD19B84EA}" destId="{31128044-6D2C-8E49-91FD-EE1FD760A027}" srcOrd="2" destOrd="0" parTransId="{34CDD9CF-22CB-304C-A058-501F4081927B}" sibTransId="{EC7698F4-9F96-2B4C-B7A8-28C81C25EEE8}"/>
    <dgm:cxn modelId="{1213CC1B-A024-634D-82CD-9A31CC408789}" srcId="{1E964196-438B-6B43-8EF2-89ADD19B84EA}" destId="{66A1AAD0-309D-1344-BAAA-8B19C43EF2C4}" srcOrd="1" destOrd="0" parTransId="{D1262B30-44B9-4E4F-B7F6-E6693D5D7FE8}" sibTransId="{0A5DA20F-02EE-2445-9C5B-65ED46DCDC63}"/>
    <dgm:cxn modelId="{9359E91F-DC42-9940-9F55-5F4B7AA5B394}" srcId="{773E4D94-7661-2348-93BF-292492BE627B}" destId="{67738D7A-2DED-5742-947F-E35BB6D2879F}" srcOrd="1" destOrd="0" parTransId="{4669A339-244A-4040-91EA-0D546E1B3236}" sibTransId="{7363F526-B5ED-0F42-8461-32DD1653F9DB}"/>
    <dgm:cxn modelId="{DDCBEF22-B05C-1F48-8ECA-234F4BA9A68D}" srcId="{773E4D94-7661-2348-93BF-292492BE627B}" destId="{DC2868E2-9182-784C-9057-F7B37BE78664}" srcOrd="0" destOrd="0" parTransId="{A49BEABD-6935-6D46-B640-EF25A7259231}" sibTransId="{59FF864D-B303-6744-9A14-CE23A4404734}"/>
    <dgm:cxn modelId="{9763BD2A-2366-CF4E-A30C-4EA02B46D999}" srcId="{1E964196-438B-6B43-8EF2-89ADD19B84EA}" destId="{686F6409-1FB7-4046-A3B8-6FB7F70A4D17}" srcOrd="0" destOrd="0" parTransId="{466432BE-8077-6349-AC30-45291BBD7CDC}" sibTransId="{B180B5EE-3A1D-B54A-9D2B-96C726DE3EF2}"/>
    <dgm:cxn modelId="{B764D032-FCEE-C342-AABF-68A6883E82E0}" type="presOf" srcId="{686F6409-1FB7-4046-A3B8-6FB7F70A4D17}" destId="{BB2D56F8-32F8-F045-9056-9065268EA665}" srcOrd="0" destOrd="1" presId="urn:microsoft.com/office/officeart/2005/8/layout/hProcess10"/>
    <dgm:cxn modelId="{664AA440-F264-D64E-BDA0-CD07709EA05C}" srcId="{0F92C254-84C4-5343-8AC1-7DD08C4838AE}" destId="{773E4D94-7661-2348-93BF-292492BE627B}" srcOrd="0" destOrd="0" parTransId="{C8413C2D-68D3-7A40-8FBC-544EB8CD1A50}" sibTransId="{608B0A9D-2D66-664C-BDF7-04230E8FAFB9}"/>
    <dgm:cxn modelId="{84E0524B-FBFF-4146-ACDB-2DA156FA3399}" type="presOf" srcId="{608B0A9D-2D66-664C-BDF7-04230E8FAFB9}" destId="{FD38D352-47D1-D94A-8002-E2F7DF851C08}" srcOrd="0" destOrd="0" presId="urn:microsoft.com/office/officeart/2005/8/layout/hProcess10"/>
    <dgm:cxn modelId="{B48C3E6B-EE65-BD4B-B434-75CEDFBB25AA}" type="presOf" srcId="{67738D7A-2DED-5742-947F-E35BB6D2879F}" destId="{FA980D77-0A28-1B47-82D3-0A108F320EF9}" srcOrd="0" destOrd="2" presId="urn:microsoft.com/office/officeart/2005/8/layout/hProcess10"/>
    <dgm:cxn modelId="{69F9EB88-A267-424B-B771-90955C61BEA5}" type="presOf" srcId="{DC2868E2-9182-784C-9057-F7B37BE78664}" destId="{FA980D77-0A28-1B47-82D3-0A108F320EF9}" srcOrd="0" destOrd="1" presId="urn:microsoft.com/office/officeart/2005/8/layout/hProcess10"/>
    <dgm:cxn modelId="{83EC6C95-2199-B741-8F0F-1E65EBE1425A}" type="presOf" srcId="{66A1AAD0-309D-1344-BAAA-8B19C43EF2C4}" destId="{BB2D56F8-32F8-F045-9056-9065268EA665}" srcOrd="0" destOrd="2" presId="urn:microsoft.com/office/officeart/2005/8/layout/hProcess10"/>
    <dgm:cxn modelId="{B4B664A2-6C72-AE46-A2BE-B1CBBE779D4F}" type="presOf" srcId="{31128044-6D2C-8E49-91FD-EE1FD760A027}" destId="{BB2D56F8-32F8-F045-9056-9065268EA665}" srcOrd="0" destOrd="3" presId="urn:microsoft.com/office/officeart/2005/8/layout/hProcess10"/>
    <dgm:cxn modelId="{CE09DEBB-9465-8A4C-A21F-8A7D35803104}" type="presOf" srcId="{0F92C254-84C4-5343-8AC1-7DD08C4838AE}" destId="{8C51CD5C-654D-CC48-8C28-FFE8F31E13C2}" srcOrd="0" destOrd="0" presId="urn:microsoft.com/office/officeart/2005/8/layout/hProcess10"/>
    <dgm:cxn modelId="{B9231FC5-8A81-A94A-AE28-1DE9C22B574A}" type="presOf" srcId="{1E964196-438B-6B43-8EF2-89ADD19B84EA}" destId="{BB2D56F8-32F8-F045-9056-9065268EA665}" srcOrd="0" destOrd="0" presId="urn:microsoft.com/office/officeart/2005/8/layout/hProcess10"/>
    <dgm:cxn modelId="{D8DF3DCF-3674-8845-883B-5B0C98B8B74F}" srcId="{773E4D94-7661-2348-93BF-292492BE627B}" destId="{D0BFDAFB-BA31-3A48-B2CE-1D9CC8B5C9E3}" srcOrd="2" destOrd="0" parTransId="{0B74A5C7-EC20-1A42-B5B4-5E44A9A6C532}" sibTransId="{C3615633-4407-2C47-BC22-3C8371E88168}"/>
    <dgm:cxn modelId="{6D3F0CDD-EBBD-E244-BD5E-F93671AADBE5}" srcId="{0F92C254-84C4-5343-8AC1-7DD08C4838AE}" destId="{1E964196-438B-6B43-8EF2-89ADD19B84EA}" srcOrd="1" destOrd="0" parTransId="{AA44BAAB-8B2A-7140-8B1C-C424115E8ACC}" sibTransId="{DF557561-BAFD-AC42-B102-21EC3F101A64}"/>
    <dgm:cxn modelId="{4978BDDE-E1F8-B74D-AC7C-D220ADCD99F4}" type="presOf" srcId="{608B0A9D-2D66-664C-BDF7-04230E8FAFB9}" destId="{328CCB53-8AEA-664F-BC9C-620900CCA5DE}" srcOrd="1" destOrd="0" presId="urn:microsoft.com/office/officeart/2005/8/layout/hProcess10"/>
    <dgm:cxn modelId="{189A05F5-A197-E042-A67F-034D45CFD3ED}" type="presOf" srcId="{D0BFDAFB-BA31-3A48-B2CE-1D9CC8B5C9E3}" destId="{FA980D77-0A28-1B47-82D3-0A108F320EF9}" srcOrd="0" destOrd="3" presId="urn:microsoft.com/office/officeart/2005/8/layout/hProcess10"/>
    <dgm:cxn modelId="{1EADCDFC-F8D0-474F-9B72-D23E37A74625}" type="presOf" srcId="{773E4D94-7661-2348-93BF-292492BE627B}" destId="{FA980D77-0A28-1B47-82D3-0A108F320EF9}" srcOrd="0" destOrd="0" presId="urn:microsoft.com/office/officeart/2005/8/layout/hProcess10"/>
    <dgm:cxn modelId="{22A0214E-1F44-544E-AD3C-166429E5E08E}" type="presParOf" srcId="{8C51CD5C-654D-CC48-8C28-FFE8F31E13C2}" destId="{4470CCA1-F9D0-ED4B-AF96-3FB9998FEA4D}" srcOrd="0" destOrd="0" presId="urn:microsoft.com/office/officeart/2005/8/layout/hProcess10"/>
    <dgm:cxn modelId="{FD48ABE4-4708-3B48-9878-3AAA94BC7E63}" type="presParOf" srcId="{4470CCA1-F9D0-ED4B-AF96-3FB9998FEA4D}" destId="{989C67AF-570F-4243-8E14-72CEF65B3200}" srcOrd="0" destOrd="0" presId="urn:microsoft.com/office/officeart/2005/8/layout/hProcess10"/>
    <dgm:cxn modelId="{9390CE76-EE51-A640-BA09-0D257482FD27}" type="presParOf" srcId="{4470CCA1-F9D0-ED4B-AF96-3FB9998FEA4D}" destId="{FA980D77-0A28-1B47-82D3-0A108F320EF9}" srcOrd="1" destOrd="0" presId="urn:microsoft.com/office/officeart/2005/8/layout/hProcess10"/>
    <dgm:cxn modelId="{A43708A2-8A5D-E749-9F39-BC748E73DBA8}" type="presParOf" srcId="{8C51CD5C-654D-CC48-8C28-FFE8F31E13C2}" destId="{FD38D352-47D1-D94A-8002-E2F7DF851C08}" srcOrd="1" destOrd="0" presId="urn:microsoft.com/office/officeart/2005/8/layout/hProcess10"/>
    <dgm:cxn modelId="{DAA78CB7-8B4D-DF42-9C28-8119C317F258}" type="presParOf" srcId="{FD38D352-47D1-D94A-8002-E2F7DF851C08}" destId="{328CCB53-8AEA-664F-BC9C-620900CCA5DE}" srcOrd="0" destOrd="0" presId="urn:microsoft.com/office/officeart/2005/8/layout/hProcess10"/>
    <dgm:cxn modelId="{E3F2DEF7-0A12-4D41-9E3F-3686A228A262}" type="presParOf" srcId="{8C51CD5C-654D-CC48-8C28-FFE8F31E13C2}" destId="{68F5F50E-18F8-E34A-80CA-0D8B1ED31B88}" srcOrd="2" destOrd="0" presId="urn:microsoft.com/office/officeart/2005/8/layout/hProcess10"/>
    <dgm:cxn modelId="{CB08EE9A-3C37-E34B-9387-4385A002D55D}" type="presParOf" srcId="{68F5F50E-18F8-E34A-80CA-0D8B1ED31B88}" destId="{E62BE1B7-782F-8542-9AF5-21DE3A6D2995}" srcOrd="0" destOrd="0" presId="urn:microsoft.com/office/officeart/2005/8/layout/hProcess10"/>
    <dgm:cxn modelId="{F4B9E8C5-AC70-724D-840A-981CC6A961EE}" type="presParOf" srcId="{68F5F50E-18F8-E34A-80CA-0D8B1ED31B88}" destId="{BB2D56F8-32F8-F045-9056-9065268EA665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B8058E-261C-4398-B7D7-5FA9841FCF74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6A930DE-51E1-4CD5-B8AC-4DE0C5796313}">
      <dgm:prSet/>
      <dgm:spPr/>
      <dgm:t>
        <a:bodyPr/>
        <a:lstStyle/>
        <a:p>
          <a:r>
            <a:rPr lang="en-US"/>
            <a:t>SRA metadata file from the NCBI BioProject: PR669201 lacked crucial information about the disease state of the cows</a:t>
          </a:r>
        </a:p>
      </dgm:t>
    </dgm:pt>
    <dgm:pt modelId="{7221333C-2CC5-4783-959E-F9C683038430}" type="parTrans" cxnId="{D57DAA11-1ABA-40CF-8269-6606A9181247}">
      <dgm:prSet/>
      <dgm:spPr/>
      <dgm:t>
        <a:bodyPr/>
        <a:lstStyle/>
        <a:p>
          <a:endParaRPr lang="en-US"/>
        </a:p>
      </dgm:t>
    </dgm:pt>
    <dgm:pt modelId="{1C3288D2-2BDB-40A9-9F1E-4FC519A3D4F2}" type="sibTrans" cxnId="{D57DAA11-1ABA-40CF-8269-6606A9181247}">
      <dgm:prSet/>
      <dgm:spPr/>
      <dgm:t>
        <a:bodyPr/>
        <a:lstStyle/>
        <a:p>
          <a:endParaRPr lang="en-US"/>
        </a:p>
      </dgm:t>
    </dgm:pt>
    <dgm:pt modelId="{91FEC071-3A6B-4414-B3E3-E9FCAF0CD8EC}">
      <dgm:prSet/>
      <dgm:spPr/>
      <dgm:t>
        <a:bodyPr/>
        <a:lstStyle/>
        <a:p>
          <a:r>
            <a:rPr lang="en-US"/>
            <a:t>However, there was a column titled </a:t>
          </a:r>
          <a:r>
            <a:rPr lang="en-US" b="1"/>
            <a:t>“Sample.name”</a:t>
          </a:r>
          <a:r>
            <a:rPr lang="en-US"/>
            <a:t> which grouped 60 cows as either (J, Y or L)</a:t>
          </a:r>
        </a:p>
      </dgm:t>
    </dgm:pt>
    <dgm:pt modelId="{4C567A2D-8392-4600-A20F-02E41F8DDEB7}" type="parTrans" cxnId="{7EF37BC8-17D0-4EB4-819D-824070BD0D0E}">
      <dgm:prSet/>
      <dgm:spPr/>
      <dgm:t>
        <a:bodyPr/>
        <a:lstStyle/>
        <a:p>
          <a:endParaRPr lang="en-US"/>
        </a:p>
      </dgm:t>
    </dgm:pt>
    <dgm:pt modelId="{3E850D53-E412-4B09-B89B-464352218587}" type="sibTrans" cxnId="{7EF37BC8-17D0-4EB4-819D-824070BD0D0E}">
      <dgm:prSet/>
      <dgm:spPr/>
      <dgm:t>
        <a:bodyPr/>
        <a:lstStyle/>
        <a:p>
          <a:endParaRPr lang="en-US"/>
        </a:p>
      </dgm:t>
    </dgm:pt>
    <dgm:pt modelId="{6CC57E50-9B59-46D7-8ECE-8C28EB015AA2}">
      <dgm:prSet/>
      <dgm:spPr/>
      <dgm:t>
        <a:bodyPr/>
        <a:lstStyle/>
        <a:p>
          <a:r>
            <a:rPr lang="en-US"/>
            <a:t>Based on this discovery, analysis was done gingerly to try and establish whether these groups corresponded to Mastitis disease state or something else</a:t>
          </a:r>
        </a:p>
      </dgm:t>
    </dgm:pt>
    <dgm:pt modelId="{8EFC00B9-ED18-4F1B-85A7-FA0A17D02ABB}" type="parTrans" cxnId="{F3605393-B1AD-4363-B7B5-C5B2D880E195}">
      <dgm:prSet/>
      <dgm:spPr/>
      <dgm:t>
        <a:bodyPr/>
        <a:lstStyle/>
        <a:p>
          <a:endParaRPr lang="en-US"/>
        </a:p>
      </dgm:t>
    </dgm:pt>
    <dgm:pt modelId="{2C32BE4D-2B84-483E-99C7-B94D1395E936}" type="sibTrans" cxnId="{F3605393-B1AD-4363-B7B5-C5B2D880E195}">
      <dgm:prSet/>
      <dgm:spPr/>
      <dgm:t>
        <a:bodyPr/>
        <a:lstStyle/>
        <a:p>
          <a:endParaRPr lang="en-US"/>
        </a:p>
      </dgm:t>
    </dgm:pt>
    <dgm:pt modelId="{7ED805AC-2E51-7E45-8582-39218E0BD0F2}" type="pres">
      <dgm:prSet presAssocID="{70B8058E-261C-4398-B7D7-5FA9841FCF74}" presName="Name0" presStyleCnt="0">
        <dgm:presLayoutVars>
          <dgm:dir/>
          <dgm:animLvl val="lvl"/>
          <dgm:resizeHandles val="exact"/>
        </dgm:presLayoutVars>
      </dgm:prSet>
      <dgm:spPr/>
    </dgm:pt>
    <dgm:pt modelId="{747B20AD-FD68-2448-844C-60BBF3A2FCA1}" type="pres">
      <dgm:prSet presAssocID="{6CC57E50-9B59-46D7-8ECE-8C28EB015AA2}" presName="boxAndChildren" presStyleCnt="0"/>
      <dgm:spPr/>
    </dgm:pt>
    <dgm:pt modelId="{0A73C93A-232F-D643-A2EA-E18B3BA4EE33}" type="pres">
      <dgm:prSet presAssocID="{6CC57E50-9B59-46D7-8ECE-8C28EB015AA2}" presName="parentTextBox" presStyleLbl="node1" presStyleIdx="0" presStyleCnt="3"/>
      <dgm:spPr/>
    </dgm:pt>
    <dgm:pt modelId="{1270B3D4-C6E3-A34C-B67A-C8A4F44CE8FC}" type="pres">
      <dgm:prSet presAssocID="{3E850D53-E412-4B09-B89B-464352218587}" presName="sp" presStyleCnt="0"/>
      <dgm:spPr/>
    </dgm:pt>
    <dgm:pt modelId="{7D450193-EF42-F740-AED5-3191430E9AA0}" type="pres">
      <dgm:prSet presAssocID="{91FEC071-3A6B-4414-B3E3-E9FCAF0CD8EC}" presName="arrowAndChildren" presStyleCnt="0"/>
      <dgm:spPr/>
    </dgm:pt>
    <dgm:pt modelId="{E3860445-D731-504A-879E-EA825B8141FD}" type="pres">
      <dgm:prSet presAssocID="{91FEC071-3A6B-4414-B3E3-E9FCAF0CD8EC}" presName="parentTextArrow" presStyleLbl="node1" presStyleIdx="1" presStyleCnt="3"/>
      <dgm:spPr/>
    </dgm:pt>
    <dgm:pt modelId="{C101DAAB-D5C7-AE43-B859-3DA73EEC5846}" type="pres">
      <dgm:prSet presAssocID="{1C3288D2-2BDB-40A9-9F1E-4FC519A3D4F2}" presName="sp" presStyleCnt="0"/>
      <dgm:spPr/>
    </dgm:pt>
    <dgm:pt modelId="{6AC1E236-B884-B346-87D2-70D95E9F026B}" type="pres">
      <dgm:prSet presAssocID="{06A930DE-51E1-4CD5-B8AC-4DE0C5796313}" presName="arrowAndChildren" presStyleCnt="0"/>
      <dgm:spPr/>
    </dgm:pt>
    <dgm:pt modelId="{ED30EC73-F79D-2C40-8281-759B2FCC377C}" type="pres">
      <dgm:prSet presAssocID="{06A930DE-51E1-4CD5-B8AC-4DE0C5796313}" presName="parentTextArrow" presStyleLbl="node1" presStyleIdx="2" presStyleCnt="3"/>
      <dgm:spPr/>
    </dgm:pt>
  </dgm:ptLst>
  <dgm:cxnLst>
    <dgm:cxn modelId="{D57DAA11-1ABA-40CF-8269-6606A9181247}" srcId="{70B8058E-261C-4398-B7D7-5FA9841FCF74}" destId="{06A930DE-51E1-4CD5-B8AC-4DE0C5796313}" srcOrd="0" destOrd="0" parTransId="{7221333C-2CC5-4783-959E-F9C683038430}" sibTransId="{1C3288D2-2BDB-40A9-9F1E-4FC519A3D4F2}"/>
    <dgm:cxn modelId="{0B2AE83B-87F3-B446-931C-FCD2FC487E2C}" type="presOf" srcId="{91FEC071-3A6B-4414-B3E3-E9FCAF0CD8EC}" destId="{E3860445-D731-504A-879E-EA825B8141FD}" srcOrd="0" destOrd="0" presId="urn:microsoft.com/office/officeart/2005/8/layout/process4"/>
    <dgm:cxn modelId="{2049586D-7BA4-3E40-A7CF-007C9323A4DF}" type="presOf" srcId="{6CC57E50-9B59-46D7-8ECE-8C28EB015AA2}" destId="{0A73C93A-232F-D643-A2EA-E18B3BA4EE33}" srcOrd="0" destOrd="0" presId="urn:microsoft.com/office/officeart/2005/8/layout/process4"/>
    <dgm:cxn modelId="{F3605393-B1AD-4363-B7B5-C5B2D880E195}" srcId="{70B8058E-261C-4398-B7D7-5FA9841FCF74}" destId="{6CC57E50-9B59-46D7-8ECE-8C28EB015AA2}" srcOrd="2" destOrd="0" parTransId="{8EFC00B9-ED18-4F1B-85A7-FA0A17D02ABB}" sibTransId="{2C32BE4D-2B84-483E-99C7-B94D1395E936}"/>
    <dgm:cxn modelId="{CEF3E9AF-CDD8-CA4B-8E69-8783ACC92F14}" type="presOf" srcId="{70B8058E-261C-4398-B7D7-5FA9841FCF74}" destId="{7ED805AC-2E51-7E45-8582-39218E0BD0F2}" srcOrd="0" destOrd="0" presId="urn:microsoft.com/office/officeart/2005/8/layout/process4"/>
    <dgm:cxn modelId="{7EF37BC8-17D0-4EB4-819D-824070BD0D0E}" srcId="{70B8058E-261C-4398-B7D7-5FA9841FCF74}" destId="{91FEC071-3A6B-4414-B3E3-E9FCAF0CD8EC}" srcOrd="1" destOrd="0" parTransId="{4C567A2D-8392-4600-A20F-02E41F8DDEB7}" sibTransId="{3E850D53-E412-4B09-B89B-464352218587}"/>
    <dgm:cxn modelId="{887F90E2-549F-F84B-B3DA-A470C0E9EBA4}" type="presOf" srcId="{06A930DE-51E1-4CD5-B8AC-4DE0C5796313}" destId="{ED30EC73-F79D-2C40-8281-759B2FCC377C}" srcOrd="0" destOrd="0" presId="urn:microsoft.com/office/officeart/2005/8/layout/process4"/>
    <dgm:cxn modelId="{0B3925C5-6603-6241-876A-D8BE237B3D96}" type="presParOf" srcId="{7ED805AC-2E51-7E45-8582-39218E0BD0F2}" destId="{747B20AD-FD68-2448-844C-60BBF3A2FCA1}" srcOrd="0" destOrd="0" presId="urn:microsoft.com/office/officeart/2005/8/layout/process4"/>
    <dgm:cxn modelId="{FB7C6B86-BC48-644B-B258-FD79C6A6A1B3}" type="presParOf" srcId="{747B20AD-FD68-2448-844C-60BBF3A2FCA1}" destId="{0A73C93A-232F-D643-A2EA-E18B3BA4EE33}" srcOrd="0" destOrd="0" presId="urn:microsoft.com/office/officeart/2005/8/layout/process4"/>
    <dgm:cxn modelId="{85F9EA06-C484-6B48-96A6-03C85FCA7631}" type="presParOf" srcId="{7ED805AC-2E51-7E45-8582-39218E0BD0F2}" destId="{1270B3D4-C6E3-A34C-B67A-C8A4F44CE8FC}" srcOrd="1" destOrd="0" presId="urn:microsoft.com/office/officeart/2005/8/layout/process4"/>
    <dgm:cxn modelId="{4CAC513D-D748-9E47-8276-16BA303C0F08}" type="presParOf" srcId="{7ED805AC-2E51-7E45-8582-39218E0BD0F2}" destId="{7D450193-EF42-F740-AED5-3191430E9AA0}" srcOrd="2" destOrd="0" presId="urn:microsoft.com/office/officeart/2005/8/layout/process4"/>
    <dgm:cxn modelId="{A61B5328-F792-7D4C-BFB0-858D3D0C54C5}" type="presParOf" srcId="{7D450193-EF42-F740-AED5-3191430E9AA0}" destId="{E3860445-D731-504A-879E-EA825B8141FD}" srcOrd="0" destOrd="0" presId="urn:microsoft.com/office/officeart/2005/8/layout/process4"/>
    <dgm:cxn modelId="{40813D0A-503B-2E4C-9882-B794DA750C9A}" type="presParOf" srcId="{7ED805AC-2E51-7E45-8582-39218E0BD0F2}" destId="{C101DAAB-D5C7-AE43-B859-3DA73EEC5846}" srcOrd="3" destOrd="0" presId="urn:microsoft.com/office/officeart/2005/8/layout/process4"/>
    <dgm:cxn modelId="{35AE6043-0772-DF4B-8368-D2CABCDAF67B}" type="presParOf" srcId="{7ED805AC-2E51-7E45-8582-39218E0BD0F2}" destId="{6AC1E236-B884-B346-87D2-70D95E9F026B}" srcOrd="4" destOrd="0" presId="urn:microsoft.com/office/officeart/2005/8/layout/process4"/>
    <dgm:cxn modelId="{CC4F705C-B37B-3E41-87F8-7F17D439CF6D}" type="presParOf" srcId="{6AC1E236-B884-B346-87D2-70D95E9F026B}" destId="{ED30EC73-F79D-2C40-8281-759B2FCC377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2FAE11F-826D-487A-B55C-BFF5056A2B63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5CA8DCA-5AC0-4B8D-A6D8-EBA8B4EBE8E0}">
      <dgm:prSet/>
      <dgm:spPr/>
      <dgm:t>
        <a:bodyPr/>
        <a:lstStyle/>
        <a:p>
          <a:r>
            <a:rPr lang="en-US"/>
            <a:t>Bray-Curtis PERMANOVA:</a:t>
          </a:r>
        </a:p>
      </dgm:t>
    </dgm:pt>
    <dgm:pt modelId="{B63064E8-6E6C-4DC1-AF4B-B44417E6CF3A}" type="parTrans" cxnId="{166E4AF9-3A82-4E57-BFC6-2E0652D6284C}">
      <dgm:prSet/>
      <dgm:spPr/>
      <dgm:t>
        <a:bodyPr/>
        <a:lstStyle/>
        <a:p>
          <a:endParaRPr lang="en-US"/>
        </a:p>
      </dgm:t>
    </dgm:pt>
    <dgm:pt modelId="{1088D6BA-3BFF-44A3-A683-AAA2CC11E5E0}" type="sibTrans" cxnId="{166E4AF9-3A82-4E57-BFC6-2E0652D6284C}">
      <dgm:prSet/>
      <dgm:spPr/>
      <dgm:t>
        <a:bodyPr/>
        <a:lstStyle/>
        <a:p>
          <a:endParaRPr lang="en-US"/>
        </a:p>
      </dgm:t>
    </dgm:pt>
    <dgm:pt modelId="{C886DB3F-2092-4019-BBCA-CA7839F9733B}">
      <dgm:prSet/>
      <dgm:spPr/>
      <dgm:t>
        <a:bodyPr/>
        <a:lstStyle/>
        <a:p>
          <a:r>
            <a:rPr lang="en-US"/>
            <a:t>R-squared value = 0.043</a:t>
          </a:r>
        </a:p>
      </dgm:t>
    </dgm:pt>
    <dgm:pt modelId="{7A269CA2-404A-44F4-9699-F416BC47FD8E}" type="parTrans" cxnId="{2CD83673-2E8B-49EA-8D95-C40787DF1698}">
      <dgm:prSet/>
      <dgm:spPr/>
      <dgm:t>
        <a:bodyPr/>
        <a:lstStyle/>
        <a:p>
          <a:endParaRPr lang="en-US"/>
        </a:p>
      </dgm:t>
    </dgm:pt>
    <dgm:pt modelId="{1B03155F-B034-4553-879E-4DCADCD5F6F0}" type="sibTrans" cxnId="{2CD83673-2E8B-49EA-8D95-C40787DF1698}">
      <dgm:prSet/>
      <dgm:spPr/>
      <dgm:t>
        <a:bodyPr/>
        <a:lstStyle/>
        <a:p>
          <a:endParaRPr lang="en-US"/>
        </a:p>
      </dgm:t>
    </dgm:pt>
    <dgm:pt modelId="{6F8D4983-25F2-4CAC-840B-9D8F43E33715}">
      <dgm:prSet/>
      <dgm:spPr/>
      <dgm:t>
        <a:bodyPr/>
        <a:lstStyle/>
        <a:p>
          <a:r>
            <a:rPr lang="en-US"/>
            <a:t>p-value  = 0.127</a:t>
          </a:r>
        </a:p>
      </dgm:t>
    </dgm:pt>
    <dgm:pt modelId="{B9227338-22E0-469D-8B50-AF5347A010F2}" type="parTrans" cxnId="{7CFF77EB-B7B3-42DC-9A1D-E7F79512FFCA}">
      <dgm:prSet/>
      <dgm:spPr/>
      <dgm:t>
        <a:bodyPr/>
        <a:lstStyle/>
        <a:p>
          <a:endParaRPr lang="en-US"/>
        </a:p>
      </dgm:t>
    </dgm:pt>
    <dgm:pt modelId="{5FA98BD5-50B1-45EC-8F1D-3027299FE395}" type="sibTrans" cxnId="{7CFF77EB-B7B3-42DC-9A1D-E7F79512FFCA}">
      <dgm:prSet/>
      <dgm:spPr/>
      <dgm:t>
        <a:bodyPr/>
        <a:lstStyle/>
        <a:p>
          <a:endParaRPr lang="en-US"/>
        </a:p>
      </dgm:t>
    </dgm:pt>
    <dgm:pt modelId="{317DBD5C-C918-4AB3-8239-D97033144BE5}">
      <dgm:prSet/>
      <dgm:spPr/>
      <dgm:t>
        <a:bodyPr/>
        <a:lstStyle/>
        <a:p>
          <a:r>
            <a:rPr lang="en-US"/>
            <a:t>No statistically significant differences in overall rumen microbial community composition among groups J, L, and Y</a:t>
          </a:r>
        </a:p>
      </dgm:t>
    </dgm:pt>
    <dgm:pt modelId="{83FD80C9-2E89-420E-A313-6735A290DE87}" type="parTrans" cxnId="{8884755C-B540-4079-B6C2-7B2395A8523B}">
      <dgm:prSet/>
      <dgm:spPr/>
      <dgm:t>
        <a:bodyPr/>
        <a:lstStyle/>
        <a:p>
          <a:endParaRPr lang="en-US"/>
        </a:p>
      </dgm:t>
    </dgm:pt>
    <dgm:pt modelId="{988CB5EB-2BA5-48A9-B18C-CDC8FC1B6753}" type="sibTrans" cxnId="{8884755C-B540-4079-B6C2-7B2395A8523B}">
      <dgm:prSet/>
      <dgm:spPr/>
      <dgm:t>
        <a:bodyPr/>
        <a:lstStyle/>
        <a:p>
          <a:endParaRPr lang="en-US"/>
        </a:p>
      </dgm:t>
    </dgm:pt>
    <dgm:pt modelId="{E2D3E114-324B-469E-837C-DB3930CF12F9}">
      <dgm:prSet/>
      <dgm:spPr/>
      <dgm:t>
        <a:bodyPr/>
        <a:lstStyle/>
        <a:p>
          <a:r>
            <a:rPr lang="en-US"/>
            <a:t>3 groups do not possess strongly distinct average microbial communities.</a:t>
          </a:r>
        </a:p>
      </dgm:t>
    </dgm:pt>
    <dgm:pt modelId="{A7411AE4-957C-45BD-A879-519917A4AD26}" type="parTrans" cxnId="{CCCFF22F-2453-4571-A3B5-BDEAC53B3D5F}">
      <dgm:prSet/>
      <dgm:spPr/>
      <dgm:t>
        <a:bodyPr/>
        <a:lstStyle/>
        <a:p>
          <a:endParaRPr lang="en-US"/>
        </a:p>
      </dgm:t>
    </dgm:pt>
    <dgm:pt modelId="{4A319153-4AC9-49BA-915C-356B175A5CA7}" type="sibTrans" cxnId="{CCCFF22F-2453-4571-A3B5-BDEAC53B3D5F}">
      <dgm:prSet/>
      <dgm:spPr/>
      <dgm:t>
        <a:bodyPr/>
        <a:lstStyle/>
        <a:p>
          <a:endParaRPr lang="en-US"/>
        </a:p>
      </dgm:t>
    </dgm:pt>
    <dgm:pt modelId="{DF118ADE-77D5-C447-A688-601519384565}" type="pres">
      <dgm:prSet presAssocID="{A2FAE11F-826D-487A-B55C-BFF5056A2B6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5B83719-7C44-C54B-A8BE-3EB278D48C79}" type="pres">
      <dgm:prSet presAssocID="{85CA8DCA-5AC0-4B8D-A6D8-EBA8B4EBE8E0}" presName="hierRoot1" presStyleCnt="0">
        <dgm:presLayoutVars>
          <dgm:hierBranch val="init"/>
        </dgm:presLayoutVars>
      </dgm:prSet>
      <dgm:spPr/>
    </dgm:pt>
    <dgm:pt modelId="{1BCA3922-75BF-2E40-A298-9EDAA5BAB754}" type="pres">
      <dgm:prSet presAssocID="{85CA8DCA-5AC0-4B8D-A6D8-EBA8B4EBE8E0}" presName="rootComposite1" presStyleCnt="0"/>
      <dgm:spPr/>
    </dgm:pt>
    <dgm:pt modelId="{E950A63A-DA88-B049-9043-897DA835758A}" type="pres">
      <dgm:prSet presAssocID="{85CA8DCA-5AC0-4B8D-A6D8-EBA8B4EBE8E0}" presName="rootText1" presStyleLbl="node0" presStyleIdx="0" presStyleCnt="3">
        <dgm:presLayoutVars>
          <dgm:chPref val="3"/>
        </dgm:presLayoutVars>
      </dgm:prSet>
      <dgm:spPr/>
    </dgm:pt>
    <dgm:pt modelId="{3113D728-CD3C-AE46-8A5E-DE3E777270E0}" type="pres">
      <dgm:prSet presAssocID="{85CA8DCA-5AC0-4B8D-A6D8-EBA8B4EBE8E0}" presName="rootConnector1" presStyleLbl="node1" presStyleIdx="0" presStyleCnt="0"/>
      <dgm:spPr/>
    </dgm:pt>
    <dgm:pt modelId="{A3A776EA-B6BB-B640-ACF7-F3F599A34545}" type="pres">
      <dgm:prSet presAssocID="{85CA8DCA-5AC0-4B8D-A6D8-EBA8B4EBE8E0}" presName="hierChild2" presStyleCnt="0"/>
      <dgm:spPr/>
    </dgm:pt>
    <dgm:pt modelId="{460CA226-7649-3749-B449-B42C307484CD}" type="pres">
      <dgm:prSet presAssocID="{7A269CA2-404A-44F4-9699-F416BC47FD8E}" presName="Name64" presStyleLbl="parChTrans1D2" presStyleIdx="0" presStyleCnt="2"/>
      <dgm:spPr/>
    </dgm:pt>
    <dgm:pt modelId="{4DB88BEA-683C-6A47-9488-48D16B5B70F4}" type="pres">
      <dgm:prSet presAssocID="{C886DB3F-2092-4019-BBCA-CA7839F9733B}" presName="hierRoot2" presStyleCnt="0">
        <dgm:presLayoutVars>
          <dgm:hierBranch val="init"/>
        </dgm:presLayoutVars>
      </dgm:prSet>
      <dgm:spPr/>
    </dgm:pt>
    <dgm:pt modelId="{0CF37F6C-2E87-F54B-9C41-2A612FAAF79A}" type="pres">
      <dgm:prSet presAssocID="{C886DB3F-2092-4019-BBCA-CA7839F9733B}" presName="rootComposite" presStyleCnt="0"/>
      <dgm:spPr/>
    </dgm:pt>
    <dgm:pt modelId="{95D293B3-0517-DB45-A461-B05BD0750809}" type="pres">
      <dgm:prSet presAssocID="{C886DB3F-2092-4019-BBCA-CA7839F9733B}" presName="rootText" presStyleLbl="node2" presStyleIdx="0" presStyleCnt="2">
        <dgm:presLayoutVars>
          <dgm:chPref val="3"/>
        </dgm:presLayoutVars>
      </dgm:prSet>
      <dgm:spPr/>
    </dgm:pt>
    <dgm:pt modelId="{67239DD8-D115-1C48-8636-8B65F8B590F7}" type="pres">
      <dgm:prSet presAssocID="{C886DB3F-2092-4019-BBCA-CA7839F9733B}" presName="rootConnector" presStyleLbl="node2" presStyleIdx="0" presStyleCnt="2"/>
      <dgm:spPr/>
    </dgm:pt>
    <dgm:pt modelId="{0FA6A8E0-7E7B-464B-A5AB-84340B96C99D}" type="pres">
      <dgm:prSet presAssocID="{C886DB3F-2092-4019-BBCA-CA7839F9733B}" presName="hierChild4" presStyleCnt="0"/>
      <dgm:spPr/>
    </dgm:pt>
    <dgm:pt modelId="{2F4EC04C-098D-BB49-8F88-B760FF7C4D3C}" type="pres">
      <dgm:prSet presAssocID="{C886DB3F-2092-4019-BBCA-CA7839F9733B}" presName="hierChild5" presStyleCnt="0"/>
      <dgm:spPr/>
    </dgm:pt>
    <dgm:pt modelId="{EE56FE73-29BD-4043-9DDD-13FB4E595147}" type="pres">
      <dgm:prSet presAssocID="{B9227338-22E0-469D-8B50-AF5347A010F2}" presName="Name64" presStyleLbl="parChTrans1D2" presStyleIdx="1" presStyleCnt="2"/>
      <dgm:spPr/>
    </dgm:pt>
    <dgm:pt modelId="{B082EF5A-99D6-434E-A85C-7D46774B6196}" type="pres">
      <dgm:prSet presAssocID="{6F8D4983-25F2-4CAC-840B-9D8F43E33715}" presName="hierRoot2" presStyleCnt="0">
        <dgm:presLayoutVars>
          <dgm:hierBranch val="init"/>
        </dgm:presLayoutVars>
      </dgm:prSet>
      <dgm:spPr/>
    </dgm:pt>
    <dgm:pt modelId="{792C0132-5106-6A4E-B258-3CD8957BCDDE}" type="pres">
      <dgm:prSet presAssocID="{6F8D4983-25F2-4CAC-840B-9D8F43E33715}" presName="rootComposite" presStyleCnt="0"/>
      <dgm:spPr/>
    </dgm:pt>
    <dgm:pt modelId="{8EBEB9D2-F089-304D-9B08-A349BDAF3261}" type="pres">
      <dgm:prSet presAssocID="{6F8D4983-25F2-4CAC-840B-9D8F43E33715}" presName="rootText" presStyleLbl="node2" presStyleIdx="1" presStyleCnt="2">
        <dgm:presLayoutVars>
          <dgm:chPref val="3"/>
        </dgm:presLayoutVars>
      </dgm:prSet>
      <dgm:spPr/>
    </dgm:pt>
    <dgm:pt modelId="{C19C8388-C342-8C42-A2F1-752DB4A8D4D8}" type="pres">
      <dgm:prSet presAssocID="{6F8D4983-25F2-4CAC-840B-9D8F43E33715}" presName="rootConnector" presStyleLbl="node2" presStyleIdx="1" presStyleCnt="2"/>
      <dgm:spPr/>
    </dgm:pt>
    <dgm:pt modelId="{34CF9085-2978-BE4F-96A5-8B3DAF33BC79}" type="pres">
      <dgm:prSet presAssocID="{6F8D4983-25F2-4CAC-840B-9D8F43E33715}" presName="hierChild4" presStyleCnt="0"/>
      <dgm:spPr/>
    </dgm:pt>
    <dgm:pt modelId="{467ECE64-3675-D440-8B49-F091DE42D051}" type="pres">
      <dgm:prSet presAssocID="{6F8D4983-25F2-4CAC-840B-9D8F43E33715}" presName="hierChild5" presStyleCnt="0"/>
      <dgm:spPr/>
    </dgm:pt>
    <dgm:pt modelId="{27EC0D2D-00CD-EF4D-92AF-6349D6B282BB}" type="pres">
      <dgm:prSet presAssocID="{85CA8DCA-5AC0-4B8D-A6D8-EBA8B4EBE8E0}" presName="hierChild3" presStyleCnt="0"/>
      <dgm:spPr/>
    </dgm:pt>
    <dgm:pt modelId="{E8584610-6960-4544-B021-1324DB55D5E8}" type="pres">
      <dgm:prSet presAssocID="{317DBD5C-C918-4AB3-8239-D97033144BE5}" presName="hierRoot1" presStyleCnt="0">
        <dgm:presLayoutVars>
          <dgm:hierBranch val="init"/>
        </dgm:presLayoutVars>
      </dgm:prSet>
      <dgm:spPr/>
    </dgm:pt>
    <dgm:pt modelId="{342EE688-2AFD-3B4E-B85E-A1323235E55E}" type="pres">
      <dgm:prSet presAssocID="{317DBD5C-C918-4AB3-8239-D97033144BE5}" presName="rootComposite1" presStyleCnt="0"/>
      <dgm:spPr/>
    </dgm:pt>
    <dgm:pt modelId="{A71B3319-EDA6-3B4C-B9D1-F0D133079320}" type="pres">
      <dgm:prSet presAssocID="{317DBD5C-C918-4AB3-8239-D97033144BE5}" presName="rootText1" presStyleLbl="node0" presStyleIdx="1" presStyleCnt="3">
        <dgm:presLayoutVars>
          <dgm:chPref val="3"/>
        </dgm:presLayoutVars>
      </dgm:prSet>
      <dgm:spPr/>
    </dgm:pt>
    <dgm:pt modelId="{5B13B9AB-9E6B-144F-B627-8C382C317DFC}" type="pres">
      <dgm:prSet presAssocID="{317DBD5C-C918-4AB3-8239-D97033144BE5}" presName="rootConnector1" presStyleLbl="node1" presStyleIdx="0" presStyleCnt="0"/>
      <dgm:spPr/>
    </dgm:pt>
    <dgm:pt modelId="{4E7E8AB3-8A32-894B-9A63-D9EDE7AC3297}" type="pres">
      <dgm:prSet presAssocID="{317DBD5C-C918-4AB3-8239-D97033144BE5}" presName="hierChild2" presStyleCnt="0"/>
      <dgm:spPr/>
    </dgm:pt>
    <dgm:pt modelId="{F9296BCA-7DF2-F049-A086-88131696C05E}" type="pres">
      <dgm:prSet presAssocID="{317DBD5C-C918-4AB3-8239-D97033144BE5}" presName="hierChild3" presStyleCnt="0"/>
      <dgm:spPr/>
    </dgm:pt>
    <dgm:pt modelId="{ECD39078-A976-B348-95DF-A973D93F37D7}" type="pres">
      <dgm:prSet presAssocID="{E2D3E114-324B-469E-837C-DB3930CF12F9}" presName="hierRoot1" presStyleCnt="0">
        <dgm:presLayoutVars>
          <dgm:hierBranch val="init"/>
        </dgm:presLayoutVars>
      </dgm:prSet>
      <dgm:spPr/>
    </dgm:pt>
    <dgm:pt modelId="{081893A8-17D7-4740-BD57-A53A283C21AF}" type="pres">
      <dgm:prSet presAssocID="{E2D3E114-324B-469E-837C-DB3930CF12F9}" presName="rootComposite1" presStyleCnt="0"/>
      <dgm:spPr/>
    </dgm:pt>
    <dgm:pt modelId="{63DEA155-E636-5346-B626-5C55B40DF20F}" type="pres">
      <dgm:prSet presAssocID="{E2D3E114-324B-469E-837C-DB3930CF12F9}" presName="rootText1" presStyleLbl="node0" presStyleIdx="2" presStyleCnt="3">
        <dgm:presLayoutVars>
          <dgm:chPref val="3"/>
        </dgm:presLayoutVars>
      </dgm:prSet>
      <dgm:spPr/>
    </dgm:pt>
    <dgm:pt modelId="{3C087192-B760-1641-BBBA-730263CCD06D}" type="pres">
      <dgm:prSet presAssocID="{E2D3E114-324B-469E-837C-DB3930CF12F9}" presName="rootConnector1" presStyleLbl="node1" presStyleIdx="0" presStyleCnt="0"/>
      <dgm:spPr/>
    </dgm:pt>
    <dgm:pt modelId="{E9DF8F80-9813-3F4B-AFC4-A5928C5C8FB8}" type="pres">
      <dgm:prSet presAssocID="{E2D3E114-324B-469E-837C-DB3930CF12F9}" presName="hierChild2" presStyleCnt="0"/>
      <dgm:spPr/>
    </dgm:pt>
    <dgm:pt modelId="{9B880C01-322B-994E-8B5F-7EA70080E4A4}" type="pres">
      <dgm:prSet presAssocID="{E2D3E114-324B-469E-837C-DB3930CF12F9}" presName="hierChild3" presStyleCnt="0"/>
      <dgm:spPr/>
    </dgm:pt>
  </dgm:ptLst>
  <dgm:cxnLst>
    <dgm:cxn modelId="{2C644B02-36C6-E743-B2B1-FE88D45B296A}" type="presOf" srcId="{6F8D4983-25F2-4CAC-840B-9D8F43E33715}" destId="{8EBEB9D2-F089-304D-9B08-A349BDAF3261}" srcOrd="0" destOrd="0" presId="urn:microsoft.com/office/officeart/2009/3/layout/HorizontalOrganizationChart"/>
    <dgm:cxn modelId="{A461EF18-237C-2B47-91F1-C137B1199961}" type="presOf" srcId="{6F8D4983-25F2-4CAC-840B-9D8F43E33715}" destId="{C19C8388-C342-8C42-A2F1-752DB4A8D4D8}" srcOrd="1" destOrd="0" presId="urn:microsoft.com/office/officeart/2009/3/layout/HorizontalOrganizationChart"/>
    <dgm:cxn modelId="{C7999920-C674-724E-B8F5-1D8FD18793AD}" type="presOf" srcId="{B9227338-22E0-469D-8B50-AF5347A010F2}" destId="{EE56FE73-29BD-4043-9DDD-13FB4E595147}" srcOrd="0" destOrd="0" presId="urn:microsoft.com/office/officeart/2009/3/layout/HorizontalOrganizationChart"/>
    <dgm:cxn modelId="{20482027-02D4-EE40-89A9-520EAF2FAF47}" type="presOf" srcId="{C886DB3F-2092-4019-BBCA-CA7839F9733B}" destId="{95D293B3-0517-DB45-A461-B05BD0750809}" srcOrd="0" destOrd="0" presId="urn:microsoft.com/office/officeart/2009/3/layout/HorizontalOrganizationChart"/>
    <dgm:cxn modelId="{45623A2C-98C5-1E49-9B28-1B508F85FBE6}" type="presOf" srcId="{85CA8DCA-5AC0-4B8D-A6D8-EBA8B4EBE8E0}" destId="{E950A63A-DA88-B049-9043-897DA835758A}" srcOrd="0" destOrd="0" presId="urn:microsoft.com/office/officeart/2009/3/layout/HorizontalOrganizationChart"/>
    <dgm:cxn modelId="{E9EF3D2D-FA74-1343-995B-68AA9C4F41BE}" type="presOf" srcId="{7A269CA2-404A-44F4-9699-F416BC47FD8E}" destId="{460CA226-7649-3749-B449-B42C307484CD}" srcOrd="0" destOrd="0" presId="urn:microsoft.com/office/officeart/2009/3/layout/HorizontalOrganizationChart"/>
    <dgm:cxn modelId="{CCCFF22F-2453-4571-A3B5-BDEAC53B3D5F}" srcId="{A2FAE11F-826D-487A-B55C-BFF5056A2B63}" destId="{E2D3E114-324B-469E-837C-DB3930CF12F9}" srcOrd="2" destOrd="0" parTransId="{A7411AE4-957C-45BD-A879-519917A4AD26}" sibTransId="{4A319153-4AC9-49BA-915C-356B175A5CA7}"/>
    <dgm:cxn modelId="{8884755C-B540-4079-B6C2-7B2395A8523B}" srcId="{A2FAE11F-826D-487A-B55C-BFF5056A2B63}" destId="{317DBD5C-C918-4AB3-8239-D97033144BE5}" srcOrd="1" destOrd="0" parTransId="{83FD80C9-2E89-420E-A313-6735A290DE87}" sibTransId="{988CB5EB-2BA5-48A9-B18C-CDC8FC1B6753}"/>
    <dgm:cxn modelId="{CDF1115E-35C3-AE49-BBAA-C7E1D0AC34DE}" type="presOf" srcId="{317DBD5C-C918-4AB3-8239-D97033144BE5}" destId="{A71B3319-EDA6-3B4C-B9D1-F0D133079320}" srcOrd="0" destOrd="0" presId="urn:microsoft.com/office/officeart/2009/3/layout/HorizontalOrganizationChart"/>
    <dgm:cxn modelId="{E3E9A662-C101-B04B-8EB7-07114F1F8505}" type="presOf" srcId="{317DBD5C-C918-4AB3-8239-D97033144BE5}" destId="{5B13B9AB-9E6B-144F-B627-8C382C317DFC}" srcOrd="1" destOrd="0" presId="urn:microsoft.com/office/officeart/2009/3/layout/HorizontalOrganizationChart"/>
    <dgm:cxn modelId="{2CD83673-2E8B-49EA-8D95-C40787DF1698}" srcId="{85CA8DCA-5AC0-4B8D-A6D8-EBA8B4EBE8E0}" destId="{C886DB3F-2092-4019-BBCA-CA7839F9733B}" srcOrd="0" destOrd="0" parTransId="{7A269CA2-404A-44F4-9699-F416BC47FD8E}" sibTransId="{1B03155F-B034-4553-879E-4DCADCD5F6F0}"/>
    <dgm:cxn modelId="{24E61B8C-D7CD-4245-A836-D8415D863D0E}" type="presOf" srcId="{85CA8DCA-5AC0-4B8D-A6D8-EBA8B4EBE8E0}" destId="{3113D728-CD3C-AE46-8A5E-DE3E777270E0}" srcOrd="1" destOrd="0" presId="urn:microsoft.com/office/officeart/2009/3/layout/HorizontalOrganizationChart"/>
    <dgm:cxn modelId="{3E6CECBB-00F1-B640-BF69-D92A009185A1}" type="presOf" srcId="{A2FAE11F-826D-487A-B55C-BFF5056A2B63}" destId="{DF118ADE-77D5-C447-A688-601519384565}" srcOrd="0" destOrd="0" presId="urn:microsoft.com/office/officeart/2009/3/layout/HorizontalOrganizationChart"/>
    <dgm:cxn modelId="{D03C57C7-AC43-6D41-82D1-4282F72DB3E5}" type="presOf" srcId="{C886DB3F-2092-4019-BBCA-CA7839F9733B}" destId="{67239DD8-D115-1C48-8636-8B65F8B590F7}" srcOrd="1" destOrd="0" presId="urn:microsoft.com/office/officeart/2009/3/layout/HorizontalOrganizationChart"/>
    <dgm:cxn modelId="{035EB1CB-8B87-2540-A586-ADCAE409A432}" type="presOf" srcId="{E2D3E114-324B-469E-837C-DB3930CF12F9}" destId="{3C087192-B760-1641-BBBA-730263CCD06D}" srcOrd="1" destOrd="0" presId="urn:microsoft.com/office/officeart/2009/3/layout/HorizontalOrganizationChart"/>
    <dgm:cxn modelId="{4A941FCF-42A0-3D40-A196-3F96A050A5DD}" type="presOf" srcId="{E2D3E114-324B-469E-837C-DB3930CF12F9}" destId="{63DEA155-E636-5346-B626-5C55B40DF20F}" srcOrd="0" destOrd="0" presId="urn:microsoft.com/office/officeart/2009/3/layout/HorizontalOrganizationChart"/>
    <dgm:cxn modelId="{7CFF77EB-B7B3-42DC-9A1D-E7F79512FFCA}" srcId="{85CA8DCA-5AC0-4B8D-A6D8-EBA8B4EBE8E0}" destId="{6F8D4983-25F2-4CAC-840B-9D8F43E33715}" srcOrd="1" destOrd="0" parTransId="{B9227338-22E0-469D-8B50-AF5347A010F2}" sibTransId="{5FA98BD5-50B1-45EC-8F1D-3027299FE395}"/>
    <dgm:cxn modelId="{166E4AF9-3A82-4E57-BFC6-2E0652D6284C}" srcId="{A2FAE11F-826D-487A-B55C-BFF5056A2B63}" destId="{85CA8DCA-5AC0-4B8D-A6D8-EBA8B4EBE8E0}" srcOrd="0" destOrd="0" parTransId="{B63064E8-6E6C-4DC1-AF4B-B44417E6CF3A}" sibTransId="{1088D6BA-3BFF-44A3-A683-AAA2CC11E5E0}"/>
    <dgm:cxn modelId="{78EA5607-89D5-6C44-8595-0549B70BF182}" type="presParOf" srcId="{DF118ADE-77D5-C447-A688-601519384565}" destId="{95B83719-7C44-C54B-A8BE-3EB278D48C79}" srcOrd="0" destOrd="0" presId="urn:microsoft.com/office/officeart/2009/3/layout/HorizontalOrganizationChart"/>
    <dgm:cxn modelId="{2425ADE4-32D9-5C47-9B37-DAF6844920A6}" type="presParOf" srcId="{95B83719-7C44-C54B-A8BE-3EB278D48C79}" destId="{1BCA3922-75BF-2E40-A298-9EDAA5BAB754}" srcOrd="0" destOrd="0" presId="urn:microsoft.com/office/officeart/2009/3/layout/HorizontalOrganizationChart"/>
    <dgm:cxn modelId="{9850CCAD-40EE-5443-9112-1B66679A60DE}" type="presParOf" srcId="{1BCA3922-75BF-2E40-A298-9EDAA5BAB754}" destId="{E950A63A-DA88-B049-9043-897DA835758A}" srcOrd="0" destOrd="0" presId="urn:microsoft.com/office/officeart/2009/3/layout/HorizontalOrganizationChart"/>
    <dgm:cxn modelId="{1D2D3AE7-9160-734C-B426-5D473D989995}" type="presParOf" srcId="{1BCA3922-75BF-2E40-A298-9EDAA5BAB754}" destId="{3113D728-CD3C-AE46-8A5E-DE3E777270E0}" srcOrd="1" destOrd="0" presId="urn:microsoft.com/office/officeart/2009/3/layout/HorizontalOrganizationChart"/>
    <dgm:cxn modelId="{95A77179-3444-FB44-913B-BA7D1178FFF9}" type="presParOf" srcId="{95B83719-7C44-C54B-A8BE-3EB278D48C79}" destId="{A3A776EA-B6BB-B640-ACF7-F3F599A34545}" srcOrd="1" destOrd="0" presId="urn:microsoft.com/office/officeart/2009/3/layout/HorizontalOrganizationChart"/>
    <dgm:cxn modelId="{4F15141E-D926-E44A-B525-B9ADBAAEEA39}" type="presParOf" srcId="{A3A776EA-B6BB-B640-ACF7-F3F599A34545}" destId="{460CA226-7649-3749-B449-B42C307484CD}" srcOrd="0" destOrd="0" presId="urn:microsoft.com/office/officeart/2009/3/layout/HorizontalOrganizationChart"/>
    <dgm:cxn modelId="{D92F6FBB-F62A-2D4F-9DAD-C55221E396B5}" type="presParOf" srcId="{A3A776EA-B6BB-B640-ACF7-F3F599A34545}" destId="{4DB88BEA-683C-6A47-9488-48D16B5B70F4}" srcOrd="1" destOrd="0" presId="urn:microsoft.com/office/officeart/2009/3/layout/HorizontalOrganizationChart"/>
    <dgm:cxn modelId="{AF126E2F-AAF6-5B47-803F-63BE731E1200}" type="presParOf" srcId="{4DB88BEA-683C-6A47-9488-48D16B5B70F4}" destId="{0CF37F6C-2E87-F54B-9C41-2A612FAAF79A}" srcOrd="0" destOrd="0" presId="urn:microsoft.com/office/officeart/2009/3/layout/HorizontalOrganizationChart"/>
    <dgm:cxn modelId="{32144D21-9372-2649-9135-BF87AD38819D}" type="presParOf" srcId="{0CF37F6C-2E87-F54B-9C41-2A612FAAF79A}" destId="{95D293B3-0517-DB45-A461-B05BD0750809}" srcOrd="0" destOrd="0" presId="urn:microsoft.com/office/officeart/2009/3/layout/HorizontalOrganizationChart"/>
    <dgm:cxn modelId="{312FD8C4-A87C-EE45-829E-B3FB6A5BBA06}" type="presParOf" srcId="{0CF37F6C-2E87-F54B-9C41-2A612FAAF79A}" destId="{67239DD8-D115-1C48-8636-8B65F8B590F7}" srcOrd="1" destOrd="0" presId="urn:microsoft.com/office/officeart/2009/3/layout/HorizontalOrganizationChart"/>
    <dgm:cxn modelId="{B010FF59-AE6B-E446-BB32-44D2B4E2B74E}" type="presParOf" srcId="{4DB88BEA-683C-6A47-9488-48D16B5B70F4}" destId="{0FA6A8E0-7E7B-464B-A5AB-84340B96C99D}" srcOrd="1" destOrd="0" presId="urn:microsoft.com/office/officeart/2009/3/layout/HorizontalOrganizationChart"/>
    <dgm:cxn modelId="{DD786EF4-21CC-7C4C-8AE6-B4660799FFB1}" type="presParOf" srcId="{4DB88BEA-683C-6A47-9488-48D16B5B70F4}" destId="{2F4EC04C-098D-BB49-8F88-B760FF7C4D3C}" srcOrd="2" destOrd="0" presId="urn:microsoft.com/office/officeart/2009/3/layout/HorizontalOrganizationChart"/>
    <dgm:cxn modelId="{A817A4A0-1D45-C748-B2D2-D4A81E33D79F}" type="presParOf" srcId="{A3A776EA-B6BB-B640-ACF7-F3F599A34545}" destId="{EE56FE73-29BD-4043-9DDD-13FB4E595147}" srcOrd="2" destOrd="0" presId="urn:microsoft.com/office/officeart/2009/3/layout/HorizontalOrganizationChart"/>
    <dgm:cxn modelId="{C1245D81-312D-EE48-A507-AB3F8D6466C6}" type="presParOf" srcId="{A3A776EA-B6BB-B640-ACF7-F3F599A34545}" destId="{B082EF5A-99D6-434E-A85C-7D46774B6196}" srcOrd="3" destOrd="0" presId="urn:microsoft.com/office/officeart/2009/3/layout/HorizontalOrganizationChart"/>
    <dgm:cxn modelId="{A7840A7F-6A60-CC4F-90DC-030733E262CF}" type="presParOf" srcId="{B082EF5A-99D6-434E-A85C-7D46774B6196}" destId="{792C0132-5106-6A4E-B258-3CD8957BCDDE}" srcOrd="0" destOrd="0" presId="urn:microsoft.com/office/officeart/2009/3/layout/HorizontalOrganizationChart"/>
    <dgm:cxn modelId="{7C1FA2D2-2F3F-9C41-AE2F-A8567E18C91C}" type="presParOf" srcId="{792C0132-5106-6A4E-B258-3CD8957BCDDE}" destId="{8EBEB9D2-F089-304D-9B08-A349BDAF3261}" srcOrd="0" destOrd="0" presId="urn:microsoft.com/office/officeart/2009/3/layout/HorizontalOrganizationChart"/>
    <dgm:cxn modelId="{06D5CE8F-9A99-224D-B92F-2C859F4D209C}" type="presParOf" srcId="{792C0132-5106-6A4E-B258-3CD8957BCDDE}" destId="{C19C8388-C342-8C42-A2F1-752DB4A8D4D8}" srcOrd="1" destOrd="0" presId="urn:microsoft.com/office/officeart/2009/3/layout/HorizontalOrganizationChart"/>
    <dgm:cxn modelId="{C0E427E4-B7D8-3C48-9CFC-7FD1488F6AB4}" type="presParOf" srcId="{B082EF5A-99D6-434E-A85C-7D46774B6196}" destId="{34CF9085-2978-BE4F-96A5-8B3DAF33BC79}" srcOrd="1" destOrd="0" presId="urn:microsoft.com/office/officeart/2009/3/layout/HorizontalOrganizationChart"/>
    <dgm:cxn modelId="{675A491A-3219-494C-9057-6D15714519B3}" type="presParOf" srcId="{B082EF5A-99D6-434E-A85C-7D46774B6196}" destId="{467ECE64-3675-D440-8B49-F091DE42D051}" srcOrd="2" destOrd="0" presId="urn:microsoft.com/office/officeart/2009/3/layout/HorizontalOrganizationChart"/>
    <dgm:cxn modelId="{84FC7E62-4662-054C-8CB4-6517577D7CB2}" type="presParOf" srcId="{95B83719-7C44-C54B-A8BE-3EB278D48C79}" destId="{27EC0D2D-00CD-EF4D-92AF-6349D6B282BB}" srcOrd="2" destOrd="0" presId="urn:microsoft.com/office/officeart/2009/3/layout/HorizontalOrganizationChart"/>
    <dgm:cxn modelId="{823A491C-5411-854D-A5AD-901464784728}" type="presParOf" srcId="{DF118ADE-77D5-C447-A688-601519384565}" destId="{E8584610-6960-4544-B021-1324DB55D5E8}" srcOrd="1" destOrd="0" presId="urn:microsoft.com/office/officeart/2009/3/layout/HorizontalOrganizationChart"/>
    <dgm:cxn modelId="{DDC27E0D-10CC-F449-AF4A-7661D23922CA}" type="presParOf" srcId="{E8584610-6960-4544-B021-1324DB55D5E8}" destId="{342EE688-2AFD-3B4E-B85E-A1323235E55E}" srcOrd="0" destOrd="0" presId="urn:microsoft.com/office/officeart/2009/3/layout/HorizontalOrganizationChart"/>
    <dgm:cxn modelId="{67BA2A9F-9D80-C240-99A2-E3197BB66007}" type="presParOf" srcId="{342EE688-2AFD-3B4E-B85E-A1323235E55E}" destId="{A71B3319-EDA6-3B4C-B9D1-F0D133079320}" srcOrd="0" destOrd="0" presId="urn:microsoft.com/office/officeart/2009/3/layout/HorizontalOrganizationChart"/>
    <dgm:cxn modelId="{18B0C433-1A05-5641-8B0A-6CB4185D3434}" type="presParOf" srcId="{342EE688-2AFD-3B4E-B85E-A1323235E55E}" destId="{5B13B9AB-9E6B-144F-B627-8C382C317DFC}" srcOrd="1" destOrd="0" presId="urn:microsoft.com/office/officeart/2009/3/layout/HorizontalOrganizationChart"/>
    <dgm:cxn modelId="{A157CC5C-368B-3942-9B27-91F7908A62C2}" type="presParOf" srcId="{E8584610-6960-4544-B021-1324DB55D5E8}" destId="{4E7E8AB3-8A32-894B-9A63-D9EDE7AC3297}" srcOrd="1" destOrd="0" presId="urn:microsoft.com/office/officeart/2009/3/layout/HorizontalOrganizationChart"/>
    <dgm:cxn modelId="{21A66937-B99A-4D43-9C63-649924B7C177}" type="presParOf" srcId="{E8584610-6960-4544-B021-1324DB55D5E8}" destId="{F9296BCA-7DF2-F049-A086-88131696C05E}" srcOrd="2" destOrd="0" presId="urn:microsoft.com/office/officeart/2009/3/layout/HorizontalOrganizationChart"/>
    <dgm:cxn modelId="{BE626AF7-0E13-1146-9710-3EE3473507ED}" type="presParOf" srcId="{DF118ADE-77D5-C447-A688-601519384565}" destId="{ECD39078-A976-B348-95DF-A973D93F37D7}" srcOrd="2" destOrd="0" presId="urn:microsoft.com/office/officeart/2009/3/layout/HorizontalOrganizationChart"/>
    <dgm:cxn modelId="{EEA73614-A138-294B-841B-1FF2529C17DC}" type="presParOf" srcId="{ECD39078-A976-B348-95DF-A973D93F37D7}" destId="{081893A8-17D7-4740-BD57-A53A283C21AF}" srcOrd="0" destOrd="0" presId="urn:microsoft.com/office/officeart/2009/3/layout/HorizontalOrganizationChart"/>
    <dgm:cxn modelId="{8BBD5639-5B93-7D44-83BC-D5B6AABE2320}" type="presParOf" srcId="{081893A8-17D7-4740-BD57-A53A283C21AF}" destId="{63DEA155-E636-5346-B626-5C55B40DF20F}" srcOrd="0" destOrd="0" presId="urn:microsoft.com/office/officeart/2009/3/layout/HorizontalOrganizationChart"/>
    <dgm:cxn modelId="{22677897-C377-1248-8FD3-5BCB62F300C8}" type="presParOf" srcId="{081893A8-17D7-4740-BD57-A53A283C21AF}" destId="{3C087192-B760-1641-BBBA-730263CCD06D}" srcOrd="1" destOrd="0" presId="urn:microsoft.com/office/officeart/2009/3/layout/HorizontalOrganizationChart"/>
    <dgm:cxn modelId="{88AAA199-A6C0-2349-880C-ED5F8069463A}" type="presParOf" srcId="{ECD39078-A976-B348-95DF-A973D93F37D7}" destId="{E9DF8F80-9813-3F4B-AFC4-A5928C5C8FB8}" srcOrd="1" destOrd="0" presId="urn:microsoft.com/office/officeart/2009/3/layout/HorizontalOrganizationChart"/>
    <dgm:cxn modelId="{67395A9C-F5A2-3A43-868B-27D402758627}" type="presParOf" srcId="{ECD39078-A976-B348-95DF-A973D93F37D7}" destId="{9B880C01-322B-994E-8B5F-7EA70080E4A4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625442-2E97-4CD4-A797-8E67A507129A}">
      <dsp:nvSpPr>
        <dsp:cNvPr id="0" name=""/>
        <dsp:cNvSpPr/>
      </dsp:nvSpPr>
      <dsp:spPr>
        <a:xfrm>
          <a:off x="0" y="4520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8CC635-5AD3-4859-A460-5FA70C82D401}">
      <dsp:nvSpPr>
        <dsp:cNvPr id="0" name=""/>
        <dsp:cNvSpPr/>
      </dsp:nvSpPr>
      <dsp:spPr>
        <a:xfrm>
          <a:off x="291287" y="221180"/>
          <a:ext cx="529613" cy="5296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41B544-168C-4374-A1B0-175A69BA4DAE}">
      <dsp:nvSpPr>
        <dsp:cNvPr id="0" name=""/>
        <dsp:cNvSpPr/>
      </dsp:nvSpPr>
      <dsp:spPr>
        <a:xfrm>
          <a:off x="1112187" y="4520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01. Background </a:t>
          </a:r>
        </a:p>
      </dsp:txBody>
      <dsp:txXfrm>
        <a:off x="1112187" y="4520"/>
        <a:ext cx="5837252" cy="962932"/>
      </dsp:txXfrm>
    </dsp:sp>
    <dsp:sp modelId="{EC3458A6-90E6-41F7-9EB6-10703788FEE3}">
      <dsp:nvSpPr>
        <dsp:cNvPr id="0" name=""/>
        <dsp:cNvSpPr/>
      </dsp:nvSpPr>
      <dsp:spPr>
        <a:xfrm>
          <a:off x="0" y="1208186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218F3C-84EC-4D01-888A-8E3FC2F648DE}">
      <dsp:nvSpPr>
        <dsp:cNvPr id="0" name=""/>
        <dsp:cNvSpPr/>
      </dsp:nvSpPr>
      <dsp:spPr>
        <a:xfrm>
          <a:off x="291287" y="1424846"/>
          <a:ext cx="529613" cy="5296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73C13A-C672-4F82-A669-A7FF40E41D96}">
      <dsp:nvSpPr>
        <dsp:cNvPr id="0" name=""/>
        <dsp:cNvSpPr/>
      </dsp:nvSpPr>
      <dsp:spPr>
        <a:xfrm>
          <a:off x="1112187" y="1208186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02. Scientific Question </a:t>
          </a:r>
        </a:p>
      </dsp:txBody>
      <dsp:txXfrm>
        <a:off x="1112187" y="1208186"/>
        <a:ext cx="5837252" cy="962932"/>
      </dsp:txXfrm>
    </dsp:sp>
    <dsp:sp modelId="{92C25EED-BC59-40A5-A889-AFB1663E4A55}">
      <dsp:nvSpPr>
        <dsp:cNvPr id="0" name=""/>
        <dsp:cNvSpPr/>
      </dsp:nvSpPr>
      <dsp:spPr>
        <a:xfrm>
          <a:off x="0" y="2411852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C70123-08D4-41AC-9C53-D17FFADF0D33}">
      <dsp:nvSpPr>
        <dsp:cNvPr id="0" name=""/>
        <dsp:cNvSpPr/>
      </dsp:nvSpPr>
      <dsp:spPr>
        <a:xfrm>
          <a:off x="291287" y="2628512"/>
          <a:ext cx="529613" cy="5296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69BB4D-4F4D-468D-B736-0DA8ADCD56BE}">
      <dsp:nvSpPr>
        <dsp:cNvPr id="0" name=""/>
        <dsp:cNvSpPr/>
      </dsp:nvSpPr>
      <dsp:spPr>
        <a:xfrm>
          <a:off x="1112187" y="2411852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03. Methods</a:t>
          </a:r>
        </a:p>
      </dsp:txBody>
      <dsp:txXfrm>
        <a:off x="1112187" y="2411852"/>
        <a:ext cx="5837252" cy="962932"/>
      </dsp:txXfrm>
    </dsp:sp>
    <dsp:sp modelId="{6C50F1D4-E695-40E6-8E46-27CFFD7D66B8}">
      <dsp:nvSpPr>
        <dsp:cNvPr id="0" name=""/>
        <dsp:cNvSpPr/>
      </dsp:nvSpPr>
      <dsp:spPr>
        <a:xfrm>
          <a:off x="0" y="3615518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659CF6-6B8F-425B-89AD-568BCE824222}">
      <dsp:nvSpPr>
        <dsp:cNvPr id="0" name=""/>
        <dsp:cNvSpPr/>
      </dsp:nvSpPr>
      <dsp:spPr>
        <a:xfrm>
          <a:off x="291287" y="3832178"/>
          <a:ext cx="529613" cy="5296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6FB7B4-5A6F-402D-9846-A453933F6A53}">
      <dsp:nvSpPr>
        <dsp:cNvPr id="0" name=""/>
        <dsp:cNvSpPr/>
      </dsp:nvSpPr>
      <dsp:spPr>
        <a:xfrm>
          <a:off x="1112187" y="3615518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04. Analysis</a:t>
          </a:r>
        </a:p>
      </dsp:txBody>
      <dsp:txXfrm>
        <a:off x="1112187" y="3615518"/>
        <a:ext cx="5837252" cy="962932"/>
      </dsp:txXfrm>
    </dsp:sp>
    <dsp:sp modelId="{56BD3F43-86E1-4E07-B91B-EAE33535D998}">
      <dsp:nvSpPr>
        <dsp:cNvPr id="0" name=""/>
        <dsp:cNvSpPr/>
      </dsp:nvSpPr>
      <dsp:spPr>
        <a:xfrm>
          <a:off x="0" y="4819184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6977AA-29C3-4A7D-9C3E-D74F5C55EB38}">
      <dsp:nvSpPr>
        <dsp:cNvPr id="0" name=""/>
        <dsp:cNvSpPr/>
      </dsp:nvSpPr>
      <dsp:spPr>
        <a:xfrm>
          <a:off x="291287" y="5035844"/>
          <a:ext cx="529613" cy="5296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DDDE97-E50D-4459-86A7-ADDF34A8C5D4}">
      <dsp:nvSpPr>
        <dsp:cNvPr id="0" name=""/>
        <dsp:cNvSpPr/>
      </dsp:nvSpPr>
      <dsp:spPr>
        <a:xfrm>
          <a:off x="1112187" y="4819184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05. Conclusion</a:t>
          </a:r>
        </a:p>
      </dsp:txBody>
      <dsp:txXfrm>
        <a:off x="1112187" y="4819184"/>
        <a:ext cx="5837252" cy="9629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9C67AF-570F-4243-8E14-72CEF65B3200}">
      <dsp:nvSpPr>
        <dsp:cNvPr id="0" name=""/>
        <dsp:cNvSpPr/>
      </dsp:nvSpPr>
      <dsp:spPr>
        <a:xfrm>
          <a:off x="0" y="0"/>
          <a:ext cx="3923458" cy="287039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7000" b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980D77-0A28-1B47-82D3-0A108F320EF9}">
      <dsp:nvSpPr>
        <dsp:cNvPr id="0" name=""/>
        <dsp:cNvSpPr/>
      </dsp:nvSpPr>
      <dsp:spPr>
        <a:xfrm>
          <a:off x="643113" y="1722238"/>
          <a:ext cx="3923458" cy="28703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Clinical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Red and swollen udders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Fever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Milk appears to have flakes/clots</a:t>
          </a:r>
        </a:p>
      </dsp:txBody>
      <dsp:txXfrm>
        <a:off x="727184" y="1806309"/>
        <a:ext cx="3755316" cy="2702256"/>
      </dsp:txXfrm>
    </dsp:sp>
    <dsp:sp modelId="{FD38D352-47D1-D94A-8002-E2F7DF851C08}">
      <dsp:nvSpPr>
        <dsp:cNvPr id="0" name=""/>
        <dsp:cNvSpPr/>
      </dsp:nvSpPr>
      <dsp:spPr>
        <a:xfrm>
          <a:off x="4689728" y="963822"/>
          <a:ext cx="766269" cy="9427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4689728" y="1152372"/>
        <a:ext cx="536388" cy="565652"/>
      </dsp:txXfrm>
    </dsp:sp>
    <dsp:sp modelId="{E62BE1B7-782F-8542-9AF5-21DE3A6D2995}">
      <dsp:nvSpPr>
        <dsp:cNvPr id="0" name=""/>
        <dsp:cNvSpPr/>
      </dsp:nvSpPr>
      <dsp:spPr>
        <a:xfrm>
          <a:off x="6112800" y="0"/>
          <a:ext cx="3923458" cy="287039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6000" b="-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2D56F8-32F8-F045-9056-9065268EA665}">
      <dsp:nvSpPr>
        <dsp:cNvPr id="0" name=""/>
        <dsp:cNvSpPr/>
      </dsp:nvSpPr>
      <dsp:spPr>
        <a:xfrm>
          <a:off x="6725843" y="1722238"/>
          <a:ext cx="3923458" cy="28703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Subclinical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No visible signs of infection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Decrease in milk production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Increase in somatic cell count</a:t>
          </a:r>
        </a:p>
      </dsp:txBody>
      <dsp:txXfrm>
        <a:off x="6809914" y="1806309"/>
        <a:ext cx="3755316" cy="27022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73C93A-232F-D643-A2EA-E18B3BA4EE33}">
      <dsp:nvSpPr>
        <dsp:cNvPr id="0" name=""/>
        <dsp:cNvSpPr/>
      </dsp:nvSpPr>
      <dsp:spPr>
        <a:xfrm>
          <a:off x="0" y="3458017"/>
          <a:ext cx="10653579" cy="11349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Based on this discovery, analysis was done gingerly to try and establish whether these groups corresponded to Mastitis disease state or something else</a:t>
          </a:r>
        </a:p>
      </dsp:txBody>
      <dsp:txXfrm>
        <a:off x="0" y="3458017"/>
        <a:ext cx="10653579" cy="1134998"/>
      </dsp:txXfrm>
    </dsp:sp>
    <dsp:sp modelId="{E3860445-D731-504A-879E-EA825B8141FD}">
      <dsp:nvSpPr>
        <dsp:cNvPr id="0" name=""/>
        <dsp:cNvSpPr/>
      </dsp:nvSpPr>
      <dsp:spPr>
        <a:xfrm rot="10800000">
          <a:off x="0" y="1729414"/>
          <a:ext cx="10653579" cy="1745627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However, there was a column titled </a:t>
          </a:r>
          <a:r>
            <a:rPr lang="en-US" sz="2100" b="1" kern="1200"/>
            <a:t>“Sample.name”</a:t>
          </a:r>
          <a:r>
            <a:rPr lang="en-US" sz="2100" kern="1200"/>
            <a:t> which grouped 60 cows as either (J, Y or L)</a:t>
          </a:r>
        </a:p>
      </dsp:txBody>
      <dsp:txXfrm rot="10800000">
        <a:off x="0" y="1729414"/>
        <a:ext cx="10653579" cy="1134256"/>
      </dsp:txXfrm>
    </dsp:sp>
    <dsp:sp modelId="{ED30EC73-F79D-2C40-8281-759B2FCC377C}">
      <dsp:nvSpPr>
        <dsp:cNvPr id="0" name=""/>
        <dsp:cNvSpPr/>
      </dsp:nvSpPr>
      <dsp:spPr>
        <a:xfrm rot="10800000">
          <a:off x="0" y="811"/>
          <a:ext cx="10653579" cy="1745627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SRA metadata file from the NCBI BioProject: PR669201 lacked crucial information about the disease state of the cows</a:t>
          </a:r>
        </a:p>
      </dsp:txBody>
      <dsp:txXfrm rot="10800000">
        <a:off x="0" y="811"/>
        <a:ext cx="10653579" cy="11342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56FE73-29BD-4043-9DDD-13FB4E595147}">
      <dsp:nvSpPr>
        <dsp:cNvPr id="0" name=""/>
        <dsp:cNvSpPr/>
      </dsp:nvSpPr>
      <dsp:spPr>
        <a:xfrm>
          <a:off x="3159144" y="1875589"/>
          <a:ext cx="631150" cy="6784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5575" y="0"/>
              </a:lnTo>
              <a:lnTo>
                <a:pt x="315575" y="678486"/>
              </a:lnTo>
              <a:lnTo>
                <a:pt x="631150" y="67848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0CA226-7649-3749-B449-B42C307484CD}">
      <dsp:nvSpPr>
        <dsp:cNvPr id="0" name=""/>
        <dsp:cNvSpPr/>
      </dsp:nvSpPr>
      <dsp:spPr>
        <a:xfrm>
          <a:off x="3159144" y="1197102"/>
          <a:ext cx="631150" cy="678486"/>
        </a:xfrm>
        <a:custGeom>
          <a:avLst/>
          <a:gdLst/>
          <a:ahLst/>
          <a:cxnLst/>
          <a:rect l="0" t="0" r="0" b="0"/>
          <a:pathLst>
            <a:path>
              <a:moveTo>
                <a:pt x="0" y="678486"/>
              </a:moveTo>
              <a:lnTo>
                <a:pt x="315575" y="678486"/>
              </a:lnTo>
              <a:lnTo>
                <a:pt x="315575" y="0"/>
              </a:lnTo>
              <a:lnTo>
                <a:pt x="631150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50A63A-DA88-B049-9043-897DA835758A}">
      <dsp:nvSpPr>
        <dsp:cNvPr id="0" name=""/>
        <dsp:cNvSpPr/>
      </dsp:nvSpPr>
      <dsp:spPr>
        <a:xfrm>
          <a:off x="3393" y="1394337"/>
          <a:ext cx="3155751" cy="9625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Bray-Curtis PERMANOVA:</a:t>
          </a:r>
        </a:p>
      </dsp:txBody>
      <dsp:txXfrm>
        <a:off x="3393" y="1394337"/>
        <a:ext cx="3155751" cy="962504"/>
      </dsp:txXfrm>
    </dsp:sp>
    <dsp:sp modelId="{95D293B3-0517-DB45-A461-B05BD0750809}">
      <dsp:nvSpPr>
        <dsp:cNvPr id="0" name=""/>
        <dsp:cNvSpPr/>
      </dsp:nvSpPr>
      <dsp:spPr>
        <a:xfrm>
          <a:off x="3790295" y="715850"/>
          <a:ext cx="3155751" cy="9625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R-squared value = 0.043</a:t>
          </a:r>
        </a:p>
      </dsp:txBody>
      <dsp:txXfrm>
        <a:off x="3790295" y="715850"/>
        <a:ext cx="3155751" cy="962504"/>
      </dsp:txXfrm>
    </dsp:sp>
    <dsp:sp modelId="{8EBEB9D2-F089-304D-9B08-A349BDAF3261}">
      <dsp:nvSpPr>
        <dsp:cNvPr id="0" name=""/>
        <dsp:cNvSpPr/>
      </dsp:nvSpPr>
      <dsp:spPr>
        <a:xfrm>
          <a:off x="3790295" y="2072823"/>
          <a:ext cx="3155751" cy="9625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p-value  = 0.127</a:t>
          </a:r>
        </a:p>
      </dsp:txBody>
      <dsp:txXfrm>
        <a:off x="3790295" y="2072823"/>
        <a:ext cx="3155751" cy="962504"/>
      </dsp:txXfrm>
    </dsp:sp>
    <dsp:sp modelId="{A71B3319-EDA6-3B4C-B9D1-F0D133079320}">
      <dsp:nvSpPr>
        <dsp:cNvPr id="0" name=""/>
        <dsp:cNvSpPr/>
      </dsp:nvSpPr>
      <dsp:spPr>
        <a:xfrm>
          <a:off x="3393" y="2751310"/>
          <a:ext cx="3155751" cy="9625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 statistically significant differences in overall rumen microbial community composition among groups J, L, and Y</a:t>
          </a:r>
        </a:p>
      </dsp:txBody>
      <dsp:txXfrm>
        <a:off x="3393" y="2751310"/>
        <a:ext cx="3155751" cy="962504"/>
      </dsp:txXfrm>
    </dsp:sp>
    <dsp:sp modelId="{63DEA155-E636-5346-B626-5C55B40DF20F}">
      <dsp:nvSpPr>
        <dsp:cNvPr id="0" name=""/>
        <dsp:cNvSpPr/>
      </dsp:nvSpPr>
      <dsp:spPr>
        <a:xfrm>
          <a:off x="3393" y="4108283"/>
          <a:ext cx="3155751" cy="9625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3 groups do not possess strongly distinct average microbial communities.</a:t>
          </a:r>
        </a:p>
      </dsp:txBody>
      <dsp:txXfrm>
        <a:off x="3393" y="4108283"/>
        <a:ext cx="3155751" cy="9625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D7529-85BE-F148-9975-1DD4A101EBA1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2CA52-CAC3-3B41-9BC4-F5F9C8F43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408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2CA52-CAC3-3B41-9BC4-F5F9C8F43F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578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Clinical: the most evident type of mastitis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2CA52-CAC3-3B41-9BC4-F5F9C8F43F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252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mastitis is caused by bacteria, one can ask themselves</a:t>
            </a:r>
          </a:p>
          <a:p>
            <a:endParaRPr lang="en-US" dirty="0"/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SCFAsderived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the gut microbiota help maintain anaerobic conditions in the intestine, regulate the mucosal and systemic of pathways that in the metabolic adaptation of the brain’s innate immune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2CA52-CAC3-3B41-9BC4-F5F9C8F43F8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314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Studies have indicated that the gut microbiota are critically involved in regulating inflammation in extraintestinal tissues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2CA52-CAC3-3B41-9BC4-F5F9C8F43F8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76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Holstein cows were selected and divided into 3 groups: 20 cows with healthy udder (H group) (SCC &lt; 100,000 cells/mL; no clinical symptoms in udders; CMT results were negative); 20 cows with SM (SM group) (600,000 &lt; SCC &lt; 1,000,000 cells/mL; no obvious clinical symptoms of mastitis in the udder; CMT results were weakly positive); and 20 cows with CM (CM group) (SCC &gt; 3000,000 cells/mL, with obvious signs of inflammation in udders, including udder swelling, redness and milk clots, etc., as well as positive or strongly positive CMT results)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2CA52-CAC3-3B41-9BC4-F5F9C8F43F8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42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Simpson diversity emphasizes dominant taxa,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2CA52-CAC3-3B41-9BC4-F5F9C8F43F8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381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terms of alpha diversity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2CA52-CAC3-3B41-9BC4-F5F9C8F43F8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59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 flag</a:t>
            </a:r>
          </a:p>
          <a:p>
            <a:endParaRPr lang="en-US" dirty="0"/>
          </a:p>
          <a:p>
            <a:r>
              <a:rPr lang="en-US" dirty="0"/>
              <a:t>No sharply distinct microbial states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2CA52-CAC3-3B41-9BC4-F5F9C8F43F8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80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Betadisper</a:t>
            </a:r>
            <a:r>
              <a:rPr lang="en-US" dirty="0"/>
              <a:t>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2CA52-CAC3-3B41-9BC4-F5F9C8F43F8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656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Makes sense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2CA52-CAC3-3B41-9BC4-F5F9C8F43F8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0305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could be a possibility of not knowing my metadata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2CA52-CAC3-3B41-9BC4-F5F9C8F43F8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733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60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52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25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8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6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409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384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3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825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1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898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42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86/s40104-020-00543-1" TargetMode="External"/><Relationship Id="rId2" Type="http://schemas.openxmlformats.org/officeDocument/2006/relationships/hyperlink" Target="https://doi.org/10.5713/ajas.20.0156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21/acs.jafc.5c1366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Cows looking at the camera">
            <a:extLst>
              <a:ext uri="{FF2B5EF4-FFF2-40B4-BE49-F238E27FC236}">
                <a16:creationId xmlns:a16="http://schemas.microsoft.com/office/drawing/2014/main" id="{DEB2E98C-02E0-1F2F-3EA5-41F3CE5087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81" b="513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7D064F0-6D2A-219C-C000-14ABD99EC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06" y="0"/>
            <a:ext cx="4903694" cy="6858001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691DD9-C115-C67D-D78A-9CD98FAC5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1" y="822960"/>
            <a:ext cx="4286054" cy="347472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/>
              <a:t>Rumen gut microbiome analysis in cows with Mastitis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DFAA0-FE7A-205D-03F7-8184277CE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1" y="4419600"/>
            <a:ext cx="3931920" cy="1386840"/>
          </a:xfrm>
        </p:spPr>
        <p:txBody>
          <a:bodyPr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000"/>
              <a:t>Jayden William Kgobe</a:t>
            </a:r>
          </a:p>
          <a:p>
            <a:pPr algn="l">
              <a:lnSpc>
                <a:spcPct val="110000"/>
              </a:lnSpc>
            </a:pPr>
            <a:r>
              <a:rPr lang="en-US" sz="2000"/>
              <a:t>29 April 2026</a:t>
            </a:r>
          </a:p>
          <a:p>
            <a:pPr algn="l">
              <a:lnSpc>
                <a:spcPct val="110000"/>
              </a:lnSpc>
            </a:pPr>
            <a:r>
              <a:rPr lang="en-US" sz="2000"/>
              <a:t>BIOMI4300</a:t>
            </a:r>
          </a:p>
        </p:txBody>
      </p:sp>
    </p:spTree>
    <p:extLst>
      <p:ext uri="{BB962C8B-B14F-4D97-AF65-F5344CB8AC3E}">
        <p14:creationId xmlns:p14="http://schemas.microsoft.com/office/powerpoint/2010/main" val="3564116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6308C-AACF-9EE1-7CB2-C3776EFD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Table of Contents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C487AC-8576-C7D4-733D-EBA3453510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851681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9740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587E41-605C-A8E4-8BA5-0E0B3797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 descr="Top view of a wooden block with the number one written on it and the block is on a yellow surface">
            <a:extLst>
              <a:ext uri="{FF2B5EF4-FFF2-40B4-BE49-F238E27FC236}">
                <a16:creationId xmlns:a16="http://schemas.microsoft.com/office/drawing/2014/main" id="{9B02DD6D-B1C6-61F1-AC2D-94D275C286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BD48A03-0DF9-3063-CB15-1BC2AEC7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14416"/>
            <a:ext cx="12191999" cy="1243584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007FB-1B81-C5EF-583C-045C64BAE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5768969"/>
            <a:ext cx="8183880" cy="9601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dirty="0"/>
              <a:t>01. Background </a:t>
            </a:r>
            <a:br>
              <a:rPr lang="en-US" sz="3100" dirty="0"/>
            </a:br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3932638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B427D-304D-DEBE-19BE-102D99AE1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0" dirty="0"/>
              <a:t>Mastitis is an </a:t>
            </a:r>
            <a:r>
              <a:rPr lang="en-US" dirty="0"/>
              <a:t>inflammatory response </a:t>
            </a:r>
            <a:r>
              <a:rPr lang="en-US" b="0" dirty="0"/>
              <a:t>of the udder tissue in the mammary gland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2D7CF1-853B-C37A-B908-905702E1C4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Contagious </a:t>
            </a:r>
          </a:p>
          <a:p>
            <a:r>
              <a:rPr lang="en-US" dirty="0"/>
              <a:t>Transmission from cow-to-cow during milking</a:t>
            </a:r>
          </a:p>
          <a:p>
            <a:r>
              <a:rPr lang="en-US" dirty="0"/>
              <a:t>Common Pathogens:</a:t>
            </a:r>
          </a:p>
          <a:p>
            <a:pPr lvl="1"/>
            <a:r>
              <a:rPr lang="en-US" i="1" dirty="0" err="1"/>
              <a:t>Saphylococcus</a:t>
            </a:r>
            <a:r>
              <a:rPr lang="en-US" i="1" dirty="0"/>
              <a:t> aureus</a:t>
            </a:r>
          </a:p>
          <a:p>
            <a:pPr lvl="1"/>
            <a:r>
              <a:rPr lang="en-US" dirty="0"/>
              <a:t> </a:t>
            </a:r>
            <a:r>
              <a:rPr lang="en-US" i="1" dirty="0"/>
              <a:t>Streptococcus agalactiae</a:t>
            </a:r>
          </a:p>
          <a:p>
            <a:pPr lvl="1"/>
            <a:r>
              <a:rPr lang="en-US" i="1" dirty="0" err="1"/>
              <a:t>Mycoplama</a:t>
            </a:r>
            <a:r>
              <a:rPr lang="en-US" i="1" dirty="0"/>
              <a:t> </a:t>
            </a:r>
            <a:r>
              <a:rPr lang="en-US" i="1" dirty="0" err="1"/>
              <a:t>bovis</a:t>
            </a:r>
            <a:r>
              <a:rPr lang="en-US" dirty="0"/>
              <a:t> </a:t>
            </a:r>
          </a:p>
          <a:p>
            <a:pPr lvl="1"/>
            <a:r>
              <a:rPr lang="en-US" i="1" dirty="0"/>
              <a:t>Corynebacterium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A8F556-936E-71A4-3CB2-77E87150F7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Environmental</a:t>
            </a:r>
          </a:p>
          <a:p>
            <a:r>
              <a:rPr lang="en-US" dirty="0"/>
              <a:t>Opportunistic pathogens in the bedding/housing of livestock</a:t>
            </a:r>
          </a:p>
          <a:p>
            <a:r>
              <a:rPr lang="en-US" dirty="0"/>
              <a:t>Common Pathogens</a:t>
            </a:r>
          </a:p>
          <a:p>
            <a:pPr lvl="1"/>
            <a:r>
              <a:rPr lang="en-US" dirty="0"/>
              <a:t> </a:t>
            </a:r>
            <a:r>
              <a:rPr lang="en-US" i="1" dirty="0"/>
              <a:t>E.coli</a:t>
            </a:r>
            <a:r>
              <a:rPr lang="en-US" dirty="0"/>
              <a:t>, </a:t>
            </a:r>
          </a:p>
          <a:p>
            <a:pPr lvl="1"/>
            <a:r>
              <a:rPr lang="en-US" i="1" dirty="0"/>
              <a:t>Klebsiella</a:t>
            </a:r>
            <a:r>
              <a:rPr lang="en-US" dirty="0"/>
              <a:t> </a:t>
            </a:r>
            <a:r>
              <a:rPr lang="en-US" dirty="0" err="1"/>
              <a:t>spp</a:t>
            </a:r>
            <a:endParaRPr lang="en-US" dirty="0"/>
          </a:p>
          <a:p>
            <a:pPr lvl="1"/>
            <a:r>
              <a:rPr lang="en-US" i="1" dirty="0"/>
              <a:t>Enterobacter</a:t>
            </a:r>
            <a:r>
              <a:rPr lang="en-US" dirty="0"/>
              <a:t> </a:t>
            </a:r>
            <a:r>
              <a:rPr lang="en-US" dirty="0" err="1"/>
              <a:t>spp</a:t>
            </a:r>
            <a:endParaRPr lang="en-US" dirty="0"/>
          </a:p>
          <a:p>
            <a:pPr lvl="1"/>
            <a:r>
              <a:rPr lang="en-US" dirty="0"/>
              <a:t> </a:t>
            </a:r>
            <a:r>
              <a:rPr lang="en-US" i="1" dirty="0"/>
              <a:t>Pseudomonas</a:t>
            </a: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501181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FCE6-A013-D38D-E829-0BB2E4D6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dirty="0"/>
              <a:t>Bovine mastitis can be </a:t>
            </a:r>
            <a:r>
              <a:rPr lang="en-US" b="0" i="1" dirty="0"/>
              <a:t>classified</a:t>
            </a:r>
            <a:r>
              <a:rPr lang="en-US" b="0" dirty="0"/>
              <a:t> into 2 classes based on the </a:t>
            </a:r>
            <a:r>
              <a:rPr lang="en-US" dirty="0"/>
              <a:t>degree of inflammation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DAE56A4-E945-2380-4146-5311D04CF5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0042832"/>
              </p:ext>
            </p:extLst>
          </p:nvPr>
        </p:nvGraphicFramePr>
        <p:xfrm>
          <a:off x="612775" y="1716088"/>
          <a:ext cx="10653713" cy="4592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71601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518E197-DE9C-05C2-1266-4F7C161D5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1821" y="501345"/>
            <a:ext cx="8728364" cy="689279"/>
          </a:xfrm>
        </p:spPr>
        <p:txBody>
          <a:bodyPr>
            <a:normAutofit/>
          </a:bodyPr>
          <a:lstStyle/>
          <a:p>
            <a:r>
              <a:rPr lang="en-US" sz="3600" dirty="0"/>
              <a:t>70% in losses for dairy farmers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71F14F1-4880-727B-E4AF-C90E12B2F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1821" y="1212692"/>
            <a:ext cx="8728363" cy="418780"/>
          </a:xfrm>
        </p:spPr>
        <p:txBody>
          <a:bodyPr>
            <a:normAutofit/>
          </a:bodyPr>
          <a:lstStyle/>
          <a:p>
            <a:r>
              <a:rPr lang="en-US" dirty="0"/>
              <a:t>11% to 18% of the gross margin per cow per year</a:t>
            </a:r>
          </a:p>
        </p:txBody>
      </p:sp>
      <p:pic>
        <p:nvPicPr>
          <p:cNvPr id="9" name="Graphic 8" descr="Farm scene">
            <a:extLst>
              <a:ext uri="{FF2B5EF4-FFF2-40B4-BE49-F238E27FC236}">
                <a16:creationId xmlns:a16="http://schemas.microsoft.com/office/drawing/2014/main" id="{9F3A3951-9BFA-039D-1FB2-923A5F83C5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0" y="178211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112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D587E41-605C-A8E4-8BA5-0E0B3797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 example of a molecular structure">
            <a:extLst>
              <a:ext uri="{FF2B5EF4-FFF2-40B4-BE49-F238E27FC236}">
                <a16:creationId xmlns:a16="http://schemas.microsoft.com/office/drawing/2014/main" id="{F1FA33BE-0324-477A-CD9C-492C737CA6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486" b="169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BD48A03-0DF9-3063-CB15-1BC2AEC7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08385"/>
            <a:ext cx="12191999" cy="1949616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9FADC9-CAE9-2E44-2000-529B92AA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365" y="5268812"/>
            <a:ext cx="7260542" cy="12287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02. Scientific Question 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3411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B1C955-068C-1488-4EC7-787C27A98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2" y="1759178"/>
            <a:ext cx="7588155" cy="2621154"/>
          </a:xfrm>
        </p:spPr>
        <p:txBody>
          <a:bodyPr>
            <a:normAutofit fontScale="90000"/>
          </a:bodyPr>
          <a:lstStyle/>
          <a:p>
            <a:r>
              <a:rPr lang="en-US" sz="3800" dirty="0"/>
              <a:t>Gut microbiota </a:t>
            </a:r>
            <a:r>
              <a:rPr lang="en-US" sz="3800" b="0" dirty="0"/>
              <a:t>have emerged as a crucial factor in </a:t>
            </a:r>
            <a:r>
              <a:rPr lang="en-US" sz="3800" b="0" i="1" dirty="0"/>
              <a:t>regulating</a:t>
            </a:r>
            <a:r>
              <a:rPr lang="en-US" sz="3800" b="0" dirty="0"/>
              <a:t> the physiological functions of the host and the </a:t>
            </a:r>
            <a:r>
              <a:rPr lang="en-US" sz="3800" dirty="0"/>
              <a:t>progression of diseases</a:t>
            </a:r>
          </a:p>
        </p:txBody>
      </p:sp>
    </p:spTree>
    <p:extLst>
      <p:ext uri="{BB962C8B-B14F-4D97-AF65-F5344CB8AC3E}">
        <p14:creationId xmlns:p14="http://schemas.microsoft.com/office/powerpoint/2010/main" val="112992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B0D59-D18F-235D-73A0-BA2ABB7F0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dirty="0"/>
              <a:t>Gut microbiota play an important role in regulating </a:t>
            </a:r>
            <a:r>
              <a:rPr lang="en-US" dirty="0"/>
              <a:t>progression of disease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E5741-8735-35A9-7422-A05B09DD9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Scientific Question</a:t>
            </a:r>
          </a:p>
          <a:p>
            <a:pPr lvl="1"/>
            <a:r>
              <a:rPr lang="en-US" dirty="0"/>
              <a:t>Does rumen microbiota community change based on the disease state of Mastitis in dairy cattle?</a:t>
            </a:r>
          </a:p>
          <a:p>
            <a:r>
              <a:rPr lang="en-US" b="1" dirty="0"/>
              <a:t>Null Hypothesis</a:t>
            </a:r>
          </a:p>
          <a:p>
            <a:pPr lvl="1"/>
            <a:r>
              <a:rPr lang="en-US" dirty="0"/>
              <a:t>There is no significant difference in the ruminal microbiome of cattle with varying degrees of Mastitis (alpha or beta diversity)</a:t>
            </a:r>
          </a:p>
          <a:p>
            <a:r>
              <a:rPr lang="en-US" b="1" dirty="0"/>
              <a:t>Alternative Hypothesis </a:t>
            </a:r>
          </a:p>
          <a:p>
            <a:pPr lvl="1"/>
            <a:r>
              <a:rPr lang="en-US" dirty="0"/>
              <a:t>Cattle with Clinical Mastitis would have a lowered alpha and beta diversity </a:t>
            </a:r>
          </a:p>
        </p:txBody>
      </p:sp>
    </p:spTree>
    <p:extLst>
      <p:ext uri="{BB962C8B-B14F-4D97-AF65-F5344CB8AC3E}">
        <p14:creationId xmlns:p14="http://schemas.microsoft.com/office/powerpoint/2010/main" val="3952516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 image of a part of a periodic table and test tubes">
            <a:extLst>
              <a:ext uri="{FF2B5EF4-FFF2-40B4-BE49-F238E27FC236}">
                <a16:creationId xmlns:a16="http://schemas.microsoft.com/office/drawing/2014/main" id="{B1BEBCB5-1FDD-3642-109C-6E04B3230A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256" b="1149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49000">
                <a:srgbClr val="000000">
                  <a:alpha val="47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DAC19F-A32C-532E-D378-18EE5E312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618" y="1878366"/>
            <a:ext cx="4671319" cy="18858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03. Methods</a:t>
            </a:r>
          </a:p>
        </p:txBody>
      </p:sp>
    </p:spTree>
    <p:extLst>
      <p:ext uri="{BB962C8B-B14F-4D97-AF65-F5344CB8AC3E}">
        <p14:creationId xmlns:p14="http://schemas.microsoft.com/office/powerpoint/2010/main" val="184727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A3823-2A61-1AD4-AC05-837D11CED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dirty="0"/>
              <a:t>Data used for analysis was from</a:t>
            </a:r>
            <a:r>
              <a:rPr lang="en-US" dirty="0"/>
              <a:t> 60 Holstien Cows </a:t>
            </a:r>
            <a:r>
              <a:rPr lang="en-US" b="0" dirty="0"/>
              <a:t>in China (Wang </a:t>
            </a:r>
            <a:r>
              <a:rPr lang="en-US" b="0" i="1" dirty="0"/>
              <a:t>et al</a:t>
            </a:r>
            <a:r>
              <a:rPr lang="en-US" b="0" dirty="0"/>
              <a:t>, 2021)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45E2F-B08F-0E86-13D6-49329BD26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Cohort Definition</a:t>
            </a:r>
          </a:p>
          <a:p>
            <a:pPr lvl="1"/>
            <a:r>
              <a:rPr lang="en-US" dirty="0"/>
              <a:t>20 Healthy Cows (SCC &lt; 100,000 cells/ml)</a:t>
            </a:r>
          </a:p>
          <a:p>
            <a:pPr lvl="1"/>
            <a:r>
              <a:rPr lang="en-US" dirty="0"/>
              <a:t>20 Subclinical Mastitis (600,000 &lt; SCC &lt; 1,000,000 cells/mL)</a:t>
            </a:r>
          </a:p>
          <a:p>
            <a:pPr lvl="1"/>
            <a:r>
              <a:rPr lang="en-US" dirty="0"/>
              <a:t>20 Clinical Mastitis (SCC &gt; 3000,000 cells/mL)</a:t>
            </a:r>
          </a:p>
          <a:p>
            <a:r>
              <a:rPr lang="en-US" b="1" dirty="0"/>
              <a:t>16S Sequencing Strategy</a:t>
            </a:r>
          </a:p>
          <a:p>
            <a:pPr lvl="1"/>
            <a:r>
              <a:rPr lang="en-US" dirty="0"/>
              <a:t>V3-V4 amplified using 338F/806R</a:t>
            </a:r>
          </a:p>
          <a:p>
            <a:pPr lvl="1"/>
            <a:r>
              <a:rPr lang="en-US" dirty="0"/>
              <a:t>Illumina Paired-End Sequencing (2 x 300)</a:t>
            </a:r>
          </a:p>
          <a:p>
            <a:pPr lvl="1"/>
            <a:r>
              <a:rPr lang="en-US" dirty="0"/>
              <a:t>ASVs assigned with DADA2</a:t>
            </a:r>
          </a:p>
          <a:p>
            <a:pPr lvl="1"/>
            <a:r>
              <a:rPr lang="en-US" dirty="0"/>
              <a:t>Scaled Sequencing Depth of 8,500 reads across 60 samples</a:t>
            </a:r>
          </a:p>
        </p:txBody>
      </p:sp>
    </p:spTree>
    <p:extLst>
      <p:ext uri="{BB962C8B-B14F-4D97-AF65-F5344CB8AC3E}">
        <p14:creationId xmlns:p14="http://schemas.microsoft.com/office/powerpoint/2010/main" val="3200830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8ECEC-8AC1-3292-55AF-D4E2E9DAE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Lack of properly labelled </a:t>
            </a:r>
            <a:r>
              <a:rPr lang="en-US" b="0" dirty="0"/>
              <a:t>metadata significantly </a:t>
            </a:r>
            <a:r>
              <a:rPr lang="en-US" b="0" i="1" dirty="0"/>
              <a:t>impacted</a:t>
            </a:r>
            <a:r>
              <a:rPr lang="en-US" b="0" dirty="0"/>
              <a:t> the </a:t>
            </a:r>
            <a:r>
              <a:rPr lang="en-US" dirty="0"/>
              <a:t>quality of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0A3062-1346-8361-24CE-437EDCEB8FB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8228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 descr="Pipette adding DNA sample to a petri dish">
            <a:extLst>
              <a:ext uri="{FF2B5EF4-FFF2-40B4-BE49-F238E27FC236}">
                <a16:creationId xmlns:a16="http://schemas.microsoft.com/office/drawing/2014/main" id="{D41FAE09-37B5-4155-8BCD-21491DBC10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478" b="1522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0000">
                <a:schemeClr val="bg1">
                  <a:alpha val="3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C232D6-A8C4-B604-9C80-E58D2CB46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9" y="255830"/>
            <a:ext cx="8138160" cy="10619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/>
              <a:t>04. Analysis</a:t>
            </a:r>
          </a:p>
        </p:txBody>
      </p:sp>
    </p:spTree>
    <p:extLst>
      <p:ext uri="{BB962C8B-B14F-4D97-AF65-F5344CB8AC3E}">
        <p14:creationId xmlns:p14="http://schemas.microsoft.com/office/powerpoint/2010/main" val="2301811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E267A9A-3339-F8E6-CD25-1670F4B86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F6B700-3478-C276-963F-A9BC22C01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2854" y="1067039"/>
            <a:ext cx="4495995" cy="13502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Observed richness </a:t>
            </a:r>
            <a:r>
              <a:rPr lang="en-US" sz="25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across the 3 groups </a:t>
            </a:r>
            <a:r>
              <a:rPr lang="en-US" sz="2500" b="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differed</a:t>
            </a:r>
            <a:br>
              <a:rPr lang="en-US" sz="25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5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04BB0E-B47B-8680-D04D-2FC27262C0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128" r="-1" b="-1"/>
          <a:stretch>
            <a:fillRect/>
          </a:stretch>
        </p:blipFill>
        <p:spPr>
          <a:xfrm>
            <a:off x="1172675" y="1067039"/>
            <a:ext cx="4618525" cy="46484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60DE1E-A359-36D6-99AD-BF87BD8F9218}"/>
              </a:ext>
            </a:extLst>
          </p:cNvPr>
          <p:cNvSpPr txBox="1"/>
          <p:nvPr/>
        </p:nvSpPr>
        <p:spPr>
          <a:xfrm>
            <a:off x="6642854" y="2501146"/>
            <a:ext cx="4495996" cy="3214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Group Y </a:t>
            </a:r>
            <a:r>
              <a:rPr lang="en-US" sz="1700"/>
              <a:t>had a substantially lowered observed richness than groups J and L, which were more similar to one another. 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The largest group-level differences are being driven by </a:t>
            </a:r>
            <a:r>
              <a:rPr lang="en-US" sz="1700" b="1"/>
              <a:t>the presence or absence of less abundant taxa</a:t>
            </a:r>
            <a:r>
              <a:rPr lang="en-US" sz="1700"/>
              <a:t>, rather than by major shifts in the dominant members of the community.</a:t>
            </a:r>
          </a:p>
        </p:txBody>
      </p:sp>
    </p:spTree>
    <p:extLst>
      <p:ext uri="{BB962C8B-B14F-4D97-AF65-F5344CB8AC3E}">
        <p14:creationId xmlns:p14="http://schemas.microsoft.com/office/powerpoint/2010/main" val="1015009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7B4472A-332B-71E5-8009-33841E7C3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CE770A-7E8F-9960-F1CA-B07ACD91D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74" y="1635260"/>
            <a:ext cx="3348297" cy="22417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 dirty="0"/>
              <a:t>Dominant taxa </a:t>
            </a:r>
            <a:r>
              <a:rPr lang="en-US" sz="3100" b="0" dirty="0"/>
              <a:t>do not </a:t>
            </a:r>
            <a:r>
              <a:rPr lang="en-US" sz="3100" b="0" i="1" dirty="0"/>
              <a:t>influence</a:t>
            </a:r>
            <a:r>
              <a:rPr lang="en-US" sz="3100" b="0" dirty="0"/>
              <a:t> the structure of the community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3037BB-6D67-EE86-E245-C3845DCD9F3A}"/>
              </a:ext>
            </a:extLst>
          </p:cNvPr>
          <p:cNvSpPr txBox="1"/>
          <p:nvPr/>
        </p:nvSpPr>
        <p:spPr>
          <a:xfrm>
            <a:off x="510074" y="4003563"/>
            <a:ext cx="3348297" cy="1184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1500" dirty="0"/>
              <a:t>The dominant organisms in the communities are comparatively more stable across groups than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1D1B4C-4FAE-5114-016D-12034A7DE2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30818" y="394504"/>
            <a:ext cx="6217370" cy="606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657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DA9942F-A18C-9E9D-BF08-9291C54E1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7C359BB-1555-A3BB-C9E5-A852A2C7F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9809" y="353681"/>
            <a:ext cx="6572382" cy="974310"/>
          </a:xfrm>
        </p:spPr>
        <p:txBody>
          <a:bodyPr>
            <a:normAutofit/>
          </a:bodyPr>
          <a:lstStyle/>
          <a:p>
            <a:r>
              <a:rPr lang="en-US" sz="2800" dirty="0"/>
              <a:t>Rare Taxa appear to be more important than the dominant taxa</a:t>
            </a:r>
          </a:p>
        </p:txBody>
      </p:sp>
      <p:pic>
        <p:nvPicPr>
          <p:cNvPr id="11" name="Graphic 10" descr="Error">
            <a:extLst>
              <a:ext uri="{FF2B5EF4-FFF2-40B4-BE49-F238E27FC236}">
                <a16:creationId xmlns:a16="http://schemas.microsoft.com/office/drawing/2014/main" id="{E2138F89-9D82-B382-3BD6-9601BF401D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0769" y="1429352"/>
            <a:ext cx="4330461" cy="433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38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64A58-79BF-4F35-AB09-50F621D44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Ordination</a:t>
            </a:r>
            <a:r>
              <a:rPr lang="en-US" b="0" dirty="0"/>
              <a:t> results </a:t>
            </a:r>
            <a:r>
              <a:rPr lang="en-US" b="0" i="1" dirty="0"/>
              <a:t>showed</a:t>
            </a:r>
            <a:r>
              <a:rPr lang="en-US" b="0" dirty="0"/>
              <a:t> a </a:t>
            </a:r>
            <a:r>
              <a:rPr lang="en-US" dirty="0"/>
              <a:t>strong overlap </a:t>
            </a:r>
            <a:r>
              <a:rPr lang="en-US" b="0" dirty="0"/>
              <a:t>among groups J, Y and 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6EEFD5-AE40-92B6-E99D-D8FCAA8B09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2648" y="1974056"/>
            <a:ext cx="3797300" cy="4076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6F1CD5-E2DB-BB75-297D-E25D099BF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154" y="1948656"/>
            <a:ext cx="4495800" cy="41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51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54A4E-6006-BBD0-83A1-5C855D82E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Even </a:t>
            </a:r>
            <a:r>
              <a:rPr lang="en-US" dirty="0"/>
              <a:t>Non-metric Multi-dimensional scaling </a:t>
            </a:r>
            <a:r>
              <a:rPr lang="en-US" b="0" dirty="0"/>
              <a:t>indicate that the three sample groups </a:t>
            </a:r>
            <a:r>
              <a:rPr lang="en-US" b="0" i="1" dirty="0"/>
              <a:t>do not</a:t>
            </a:r>
            <a:r>
              <a:rPr lang="en-US" b="0" dirty="0"/>
              <a:t> form strongly separated microbial community clusters.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9C9135-193A-4BA1-1000-ED9DAB6EB6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8131" y="1955006"/>
            <a:ext cx="87630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374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D587E41-605C-A8E4-8BA5-0E0B3797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lorful carved figures of humans">
            <a:extLst>
              <a:ext uri="{FF2B5EF4-FFF2-40B4-BE49-F238E27FC236}">
                <a16:creationId xmlns:a16="http://schemas.microsoft.com/office/drawing/2014/main" id="{C2B4F25C-797A-92AC-D704-58D89D5A32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05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BD48A03-0DF9-3063-CB15-1BC2AEC7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08385"/>
            <a:ext cx="12191999" cy="1949616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1F626-AAE5-66FA-7B00-5CE30AA5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728" y="5268811"/>
            <a:ext cx="7260542" cy="12287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400" dirty="0">
                <a:solidFill>
                  <a:srgbClr val="FFFFFF"/>
                </a:solidFill>
              </a:rPr>
              <a:t>Average community composition is not significantly different</a:t>
            </a:r>
          </a:p>
        </p:txBody>
      </p:sp>
    </p:spTree>
    <p:extLst>
      <p:ext uri="{BB962C8B-B14F-4D97-AF65-F5344CB8AC3E}">
        <p14:creationId xmlns:p14="http://schemas.microsoft.com/office/powerpoint/2010/main" val="4009777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848142-905F-339D-1381-531BB7DAB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 b="0" dirty="0"/>
              <a:t>Sample groups (J, Y and L) only explain </a:t>
            </a:r>
            <a:r>
              <a:rPr lang="en-US" sz="4000" dirty="0"/>
              <a:t>4.3% of variation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1885EC-6B2E-5C97-54A0-46198D056C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4882658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3689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53962-B17F-BCEC-6C66-6DFF90B89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Groups L and Y </a:t>
            </a:r>
            <a:r>
              <a:rPr lang="en-US" b="0" dirty="0"/>
              <a:t>significantly </a:t>
            </a:r>
            <a:r>
              <a:rPr lang="en-US" b="0" i="1" dirty="0"/>
              <a:t>dispersed </a:t>
            </a:r>
            <a:r>
              <a:rPr lang="en-US" b="0" dirty="0"/>
              <a:t>than </a:t>
            </a:r>
            <a:r>
              <a:rPr lang="en-US" dirty="0"/>
              <a:t>Group J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22E968-A1C2-ECE1-B1C5-9EB7829A3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39954" y="1716088"/>
            <a:ext cx="8199354" cy="459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516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71ADB-6C37-9572-527F-23233C90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Overall composition </a:t>
            </a:r>
            <a:r>
              <a:rPr lang="en-US" b="0" dirty="0"/>
              <a:t>of phyla is </a:t>
            </a:r>
            <a:r>
              <a:rPr lang="en-US" b="0" i="1" dirty="0"/>
              <a:t>consistent</a:t>
            </a:r>
            <a:r>
              <a:rPr lang="en-US" b="0" dirty="0"/>
              <a:t> across all groups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991A6D-F0C8-44DF-62FD-2A20B5BDF4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9581" y="1904206"/>
            <a:ext cx="84201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620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4878E-1972-3E66-E2BD-55A6D987D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Bacteriodota</a:t>
            </a:r>
            <a:r>
              <a:rPr lang="en-US" b="0" dirty="0"/>
              <a:t> </a:t>
            </a:r>
            <a:r>
              <a:rPr lang="en-US" b="0" i="1" dirty="0"/>
              <a:t>make up</a:t>
            </a:r>
            <a:r>
              <a:rPr lang="en-US" b="0" dirty="0"/>
              <a:t> the majority of phyla in all samples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53F285-0230-8F5E-3720-DA94DEA46B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34947" y="1716088"/>
            <a:ext cx="7609369" cy="459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9507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D6434-58F4-1A02-5E86-AEBE43A7C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Succiniclasticum</a:t>
            </a:r>
            <a:r>
              <a:rPr lang="en-US" b="0" dirty="0"/>
              <a:t> is </a:t>
            </a:r>
            <a:r>
              <a:rPr lang="en-US" b="0" i="1" dirty="0"/>
              <a:t>associated</a:t>
            </a:r>
            <a:r>
              <a:rPr lang="en-US" b="0" dirty="0"/>
              <a:t> with </a:t>
            </a:r>
            <a:r>
              <a:rPr lang="en-US" dirty="0"/>
              <a:t>rumen microbiome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3B44BD-F052-46FF-A9A2-A6ABE91740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7378" y="1716088"/>
            <a:ext cx="6184507" cy="459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189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1187F7A-920C-B377-65E8-1CF4CBCE3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7801EE-04DC-6CB6-248A-350E399E3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5293849"/>
            <a:ext cx="7202558" cy="117868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05. Conclusion</a:t>
            </a:r>
          </a:p>
        </p:txBody>
      </p:sp>
      <p:pic>
        <p:nvPicPr>
          <p:cNvPr id="5" name="Picture 4" descr="3D numbers in white and orange">
            <a:extLst>
              <a:ext uri="{FF2B5EF4-FFF2-40B4-BE49-F238E27FC236}">
                <a16:creationId xmlns:a16="http://schemas.microsoft.com/office/drawing/2014/main" id="{5578A64D-45AC-810F-F708-DAC6763734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47" b="24382"/>
          <a:stretch>
            <a:fillRect/>
          </a:stretch>
        </p:blipFill>
        <p:spPr>
          <a:xfrm>
            <a:off x="20" y="10"/>
            <a:ext cx="12191980" cy="490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6883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6A73F-72D3-BC6F-6F4A-324432E9D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microbiome likely shared across all 3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79566-1446-961C-9EEE-4B02090B4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Groups J/L/Y do not have radically different average communities.</a:t>
            </a:r>
          </a:p>
          <a:p>
            <a:r>
              <a:rPr lang="en-US" dirty="0"/>
              <a:t>But they differ in richness and ecological stability.</a:t>
            </a:r>
          </a:p>
          <a:p>
            <a:r>
              <a:rPr lang="en-US" dirty="0"/>
              <a:t>Heterogeneity may be the key biological signal.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995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666DF913-0292-4B1D-5ED4-59BF8DEF91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0000">
                <a:schemeClr val="bg1">
                  <a:alpha val="3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6357A-F2E7-CAA2-267C-BF23215A6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9" y="255830"/>
            <a:ext cx="8138160" cy="10619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4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402623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69545-693B-32A9-13C3-465790E6F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AD145-E98C-93E0-DFDE-B95F6FEB5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Cheng, W. N., &amp; Han, S. G. (2020). Bovine mastitis: Risk factors, therapeutic strategies, and alternative treatments — A review. </a:t>
            </a:r>
            <a:r>
              <a:rPr lang="en-US" i="1" dirty="0"/>
              <a:t>Asian-Australasian Journal of Animal Sciences</a:t>
            </a:r>
            <a:r>
              <a:rPr lang="en-US" dirty="0"/>
              <a:t>, </a:t>
            </a:r>
            <a:r>
              <a:rPr lang="en-US" i="1" dirty="0"/>
              <a:t>33</a:t>
            </a:r>
            <a:r>
              <a:rPr lang="en-US" dirty="0"/>
              <a:t>(11), 1699–1713. </a:t>
            </a:r>
            <a:r>
              <a:rPr lang="en-US" dirty="0">
                <a:hlinkClick r:id="rId2"/>
              </a:rPr>
              <a:t>https://doi.org/10.5713/ajas.20.0156</a:t>
            </a:r>
            <a:endParaRPr lang="en-US" dirty="0"/>
          </a:p>
          <a:p>
            <a:r>
              <a:rPr lang="en-US" dirty="0"/>
              <a:t>Wang, Y., Nan, X., Zhao, Y., Jiang, L., Wang, M., Wang, H., Zhang, F., Xue, F., Hua, D., Liu, J., Yao, J., &amp; Xiong, B. (2021). Rumen microbiome structure and metabolites activity in dairy cows with clinical and subclinical mastitis. </a:t>
            </a:r>
            <a:r>
              <a:rPr lang="en-US" i="1" dirty="0"/>
              <a:t>Journal of Animal Science and Biotechnology</a:t>
            </a:r>
            <a:r>
              <a:rPr lang="en-US" dirty="0"/>
              <a:t>, </a:t>
            </a:r>
            <a:r>
              <a:rPr lang="en-US" i="1" dirty="0"/>
              <a:t>12</a:t>
            </a:r>
            <a:r>
              <a:rPr lang="en-US" dirty="0"/>
              <a:t>(1), 36. </a:t>
            </a:r>
            <a:r>
              <a:rPr lang="en-US" dirty="0">
                <a:hlinkClick r:id="rId3"/>
              </a:rPr>
              <a:t>https://doi.org/10.1186/s40104-020-00543-1</a:t>
            </a:r>
            <a:endParaRPr lang="en-US" dirty="0"/>
          </a:p>
          <a:p>
            <a:r>
              <a:rPr lang="en-US" dirty="0"/>
              <a:t>Zhu, S., Bian, S., Lu, J., Wang, Y., Iqbal, M., Kiani, F. A., Dong, H., Zhang, X., Yuan, Z., Liu, F., &amp; Li, A. (2026). Pathogenesis of Bovine Mastitis and Influence of the Gut Microbiota: A Review. </a:t>
            </a:r>
            <a:r>
              <a:rPr lang="en-US" i="1" dirty="0"/>
              <a:t>Journal of Agricultural and Food Chemistry</a:t>
            </a:r>
            <a:r>
              <a:rPr lang="en-US" dirty="0"/>
              <a:t>, </a:t>
            </a:r>
            <a:r>
              <a:rPr lang="en-US" i="1" dirty="0"/>
              <a:t>74</a:t>
            </a:r>
            <a:r>
              <a:rPr lang="en-US" dirty="0"/>
              <a:t>(5), 4222–4234. </a:t>
            </a:r>
            <a:r>
              <a:rPr lang="en-US" dirty="0">
                <a:hlinkClick r:id="rId4"/>
              </a:rPr>
              <a:t>https://doi.org/10.1021/acs.jafc.5c13667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92809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1140</Words>
  <Application>Microsoft Macintosh PowerPoint</Application>
  <PresentationFormat>Widescreen</PresentationFormat>
  <Paragraphs>117</Paragraphs>
  <Slides>28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Arial</vt:lpstr>
      <vt:lpstr>Neue Haas Grotesk Text Pro</vt:lpstr>
      <vt:lpstr>VanillaVTI</vt:lpstr>
      <vt:lpstr>Rumen gut microbiome analysis in cows with Mastitis</vt:lpstr>
      <vt:lpstr>Table of Contents</vt:lpstr>
      <vt:lpstr>01. Background  </vt:lpstr>
      <vt:lpstr>Mastitis is an inflammatory response of the udder tissue in the mammary gland</vt:lpstr>
      <vt:lpstr>Bovine mastitis can be classified into 2 classes based on the degree of inflammation</vt:lpstr>
      <vt:lpstr>70% in losses for dairy farmers</vt:lpstr>
      <vt:lpstr>02. Scientific Question  </vt:lpstr>
      <vt:lpstr>Gut microbiota have emerged as a crucial factor in regulating the physiological functions of the host and the progression of diseases</vt:lpstr>
      <vt:lpstr>Gut microbiota play an important role in regulating progression of disease state</vt:lpstr>
      <vt:lpstr>03. Methods</vt:lpstr>
      <vt:lpstr>Data used for analysis was from 60 Holstien Cows in China (Wang et al, 2021)</vt:lpstr>
      <vt:lpstr>Lack of properly labelled metadata significantly impacted the quality of analysis</vt:lpstr>
      <vt:lpstr>04. Analysis</vt:lpstr>
      <vt:lpstr>Observed richness across the 3 groups differed </vt:lpstr>
      <vt:lpstr>Dominant taxa do not influence the structure of the community</vt:lpstr>
      <vt:lpstr>Rare Taxa appear to be more important than the dominant taxa</vt:lpstr>
      <vt:lpstr>Ordination results showed a strong overlap among groups J, Y and L</vt:lpstr>
      <vt:lpstr>Even Non-metric Multi-dimensional scaling indicate that the three sample groups do not form strongly separated microbial community clusters.</vt:lpstr>
      <vt:lpstr>Average community composition is not significantly different</vt:lpstr>
      <vt:lpstr>Sample groups (J, Y and L) only explain 4.3% of variation</vt:lpstr>
      <vt:lpstr>Groups L and Y significantly dispersed than Group J</vt:lpstr>
      <vt:lpstr>Overall composition of phyla is consistent across all groups</vt:lpstr>
      <vt:lpstr>Bacteriodota make up the majority of phyla in all samples</vt:lpstr>
      <vt:lpstr>Succiniclasticum is associated with rumen microbiome</vt:lpstr>
      <vt:lpstr>05. Conclusion</vt:lpstr>
      <vt:lpstr>Core microbiome likely shared across all 3 groups</vt:lpstr>
      <vt:lpstr>Questions?</vt:lpstr>
      <vt:lpstr>Citations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Jayden William Kgobe</dc:creator>
  <cp:lastModifiedBy>Jayden William Kgobe</cp:lastModifiedBy>
  <cp:revision>5</cp:revision>
  <dcterms:created xsi:type="dcterms:W3CDTF">2026-04-28T18:40:18Z</dcterms:created>
  <dcterms:modified xsi:type="dcterms:W3CDTF">2026-04-30T00:43:26Z</dcterms:modified>
</cp:coreProperties>
</file>